
<file path=[Content_Types].xml><?xml version="1.0" encoding="utf-8"?>
<Types xmlns="http://schemas.openxmlformats.org/package/2006/content-types">
  <Default Extension="bin" ContentType="application/vnd.openxmlformats-officedocument.oleObject"/>
  <Default Extension="emf" ContentType="image/x-emf"/>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Lst>
  <p:notesMasterIdLst>
    <p:notesMasterId r:id="rId21"/>
  </p:notesMasterIdLst>
  <p:sldIdLst>
    <p:sldId id="311" r:id="rId2"/>
    <p:sldId id="327" r:id="rId3"/>
    <p:sldId id="332" r:id="rId4"/>
    <p:sldId id="312" r:id="rId5"/>
    <p:sldId id="320" r:id="rId6"/>
    <p:sldId id="318" r:id="rId7"/>
    <p:sldId id="319" r:id="rId8"/>
    <p:sldId id="321" r:id="rId9"/>
    <p:sldId id="322" r:id="rId10"/>
    <p:sldId id="323" r:id="rId11"/>
    <p:sldId id="324" r:id="rId12"/>
    <p:sldId id="325" r:id="rId13"/>
    <p:sldId id="328" r:id="rId14"/>
    <p:sldId id="326" r:id="rId15"/>
    <p:sldId id="329" r:id="rId16"/>
    <p:sldId id="330" r:id="rId17"/>
    <p:sldId id="331" r:id="rId18"/>
    <p:sldId id="333" r:id="rId19"/>
    <p:sldId id="310" r:id="rId20"/>
  </p:sldIdLst>
  <p:sldSz cx="12192000" cy="6858000"/>
  <p:notesSz cx="6797675" cy="9872663"/>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ardsectie" id="{C463EA2D-98D5-4B41-926A-2390A1549E5E}">
          <p14:sldIdLst>
            <p14:sldId id="311"/>
            <p14:sldId id="327"/>
            <p14:sldId id="332"/>
            <p14:sldId id="312"/>
            <p14:sldId id="320"/>
            <p14:sldId id="318"/>
            <p14:sldId id="319"/>
            <p14:sldId id="321"/>
            <p14:sldId id="322"/>
            <p14:sldId id="323"/>
            <p14:sldId id="324"/>
            <p14:sldId id="325"/>
            <p14:sldId id="328"/>
            <p14:sldId id="326"/>
            <p14:sldId id="329"/>
            <p14:sldId id="330"/>
            <p14:sldId id="331"/>
            <p14:sldId id="333"/>
            <p14:sldId id="310"/>
          </p14:sldIdLst>
        </p14:section>
        <p14:section name="Bijlage" id="{E0F5A78D-EE9B-49AC-A9E4-D04CE8AEA461}">
          <p14:sldIdLst/>
        </p14:section>
      </p14:sectionLst>
    </p:ext>
    <p:ext uri="{EFAFB233-063F-42B5-8137-9DF3F51BA10A}">
      <p15:sldGuideLst xmlns:p15="http://schemas.microsoft.com/office/powerpoint/2012/main">
        <p15:guide id="2" pos="4951" userDrawn="1">
          <p15:clr>
            <a:srgbClr val="A4A3A4"/>
          </p15:clr>
        </p15:guide>
        <p15:guide id="3" orient="horz" pos="4201" userDrawn="1">
          <p15:clr>
            <a:srgbClr val="A4A3A4"/>
          </p15:clr>
        </p15:guide>
        <p15:guide id="4" orient="horz" pos="2160" userDrawn="1">
          <p15:clr>
            <a:srgbClr val="A4A3A4"/>
          </p15:clr>
        </p15:guide>
        <p15:guide id="5" pos="75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7F7F7"/>
    <a:srgbClr val="F3F2F1"/>
    <a:srgbClr val="302377"/>
    <a:srgbClr val="5CBB73"/>
    <a:srgbClr val="008192"/>
    <a:srgbClr val="70BD56"/>
    <a:srgbClr val="E0E0E0"/>
    <a:srgbClr val="BDEF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pos="4951"/>
        <p:guide orient="horz" pos="4201"/>
        <p:guide orient="horz" pos="2160"/>
        <p:guide pos="75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ward Kikken" userId="36648528-0503-4ef0-820f-826c9b3e1ed8" providerId="ADAL" clId="{452E4EA0-3268-4A7A-9D03-10A2AE0912AE}"/>
    <pc:docChg chg="undo redo custSel addSld delSld modSld sldOrd addSection delSection modSection">
      <pc:chgData name="Edward Kikken" userId="36648528-0503-4ef0-820f-826c9b3e1ed8" providerId="ADAL" clId="{452E4EA0-3268-4A7A-9D03-10A2AE0912AE}" dt="2026-10-26T13:59:11.465" v="2468" actId="20577"/>
      <pc:docMkLst>
        <pc:docMk/>
      </pc:docMkLst>
      <pc:sldChg chg="modSp mod">
        <pc:chgData name="Edward Kikken" userId="36648528-0503-4ef0-820f-826c9b3e1ed8" providerId="ADAL" clId="{452E4EA0-3268-4A7A-9D03-10A2AE0912AE}" dt="2026-10-22T15:50:58.372" v="952" actId="20577"/>
        <pc:sldMkLst>
          <pc:docMk/>
          <pc:sldMk cId="626927537" sldId="310"/>
        </pc:sldMkLst>
        <pc:spChg chg="mod">
          <ac:chgData name="Edward Kikken" userId="36648528-0503-4ef0-820f-826c9b3e1ed8" providerId="ADAL" clId="{452E4EA0-3268-4A7A-9D03-10A2AE0912AE}" dt="2026-10-22T15:50:58.372" v="952" actId="20577"/>
          <ac:spMkLst>
            <pc:docMk/>
            <pc:sldMk cId="626927537" sldId="310"/>
            <ac:spMk id="11" creationId="{13B38489-B72B-705D-6AED-E33E83F0BFFD}"/>
          </ac:spMkLst>
        </pc:spChg>
      </pc:sldChg>
      <pc:sldChg chg="addSp delSp modSp mod">
        <pc:chgData name="Edward Kikken" userId="36648528-0503-4ef0-820f-826c9b3e1ed8" providerId="ADAL" clId="{452E4EA0-3268-4A7A-9D03-10A2AE0912AE}" dt="2026-10-22T15:51:11.732" v="954" actId="22"/>
        <pc:sldMkLst>
          <pc:docMk/>
          <pc:sldMk cId="500697645" sldId="311"/>
        </pc:sldMkLst>
        <pc:spChg chg="mod">
          <ac:chgData name="Edward Kikken" userId="36648528-0503-4ef0-820f-826c9b3e1ed8" providerId="ADAL" clId="{452E4EA0-3268-4A7A-9D03-10A2AE0912AE}" dt="2026-10-22T15:08:58.801" v="13" actId="20577"/>
          <ac:spMkLst>
            <pc:docMk/>
            <pc:sldMk cId="500697645" sldId="311"/>
            <ac:spMk id="10" creationId="{A25A747D-5AFC-455A-D5D9-1BADC52E38AB}"/>
          </ac:spMkLst>
        </pc:spChg>
        <pc:spChg chg="mod">
          <ac:chgData name="Edward Kikken" userId="36648528-0503-4ef0-820f-826c9b3e1ed8" providerId="ADAL" clId="{452E4EA0-3268-4A7A-9D03-10A2AE0912AE}" dt="2026-10-22T15:09:04.782" v="19" actId="20577"/>
          <ac:spMkLst>
            <pc:docMk/>
            <pc:sldMk cId="500697645" sldId="311"/>
            <ac:spMk id="13" creationId="{76752F6D-81A0-3AEF-A9BC-25828BF99F2E}"/>
          </ac:spMkLst>
        </pc:spChg>
        <pc:picChg chg="add mod ord">
          <ac:chgData name="Edward Kikken" userId="36648528-0503-4ef0-820f-826c9b3e1ed8" providerId="ADAL" clId="{452E4EA0-3268-4A7A-9D03-10A2AE0912AE}" dt="2026-10-22T15:51:11.732" v="954" actId="22"/>
          <ac:picMkLst>
            <pc:docMk/>
            <pc:sldMk cId="500697645" sldId="311"/>
            <ac:picMk id="5" creationId="{D30173FC-0AE8-609E-22DA-50D56916CFB5}"/>
          </ac:picMkLst>
        </pc:picChg>
      </pc:sldChg>
      <pc:sldChg chg="addSp delSp modSp mod">
        <pc:chgData name="Edward Kikken" userId="36648528-0503-4ef0-820f-826c9b3e1ed8" providerId="ADAL" clId="{452E4EA0-3268-4A7A-9D03-10A2AE0912AE}" dt="2026-10-22T15:55:18.705" v="1135" actId="20577"/>
        <pc:sldMkLst>
          <pc:docMk/>
          <pc:sldMk cId="2035214946" sldId="312"/>
        </pc:sldMkLst>
        <pc:spChg chg="mod">
          <ac:chgData name="Edward Kikken" userId="36648528-0503-4ef0-820f-826c9b3e1ed8" providerId="ADAL" clId="{452E4EA0-3268-4A7A-9D03-10A2AE0912AE}" dt="2026-10-22T15:26:28.002" v="160" actId="313"/>
          <ac:spMkLst>
            <pc:docMk/>
            <pc:sldMk cId="2035214946" sldId="312"/>
            <ac:spMk id="13" creationId="{B770003E-A3E9-0D1C-90D9-29C007EF594C}"/>
          </ac:spMkLst>
        </pc:spChg>
        <pc:spChg chg="add mod">
          <ac:chgData name="Edward Kikken" userId="36648528-0503-4ef0-820f-826c9b3e1ed8" providerId="ADAL" clId="{452E4EA0-3268-4A7A-9D03-10A2AE0912AE}" dt="2026-10-22T15:55:18.705" v="1135" actId="20577"/>
          <ac:spMkLst>
            <pc:docMk/>
            <pc:sldMk cId="2035214946" sldId="312"/>
            <ac:spMk id="16" creationId="{8A98DDB0-D436-BD8C-A2BF-41EC94312C86}"/>
          </ac:spMkLst>
        </pc:spChg>
        <pc:spChg chg="add mod">
          <ac:chgData name="Edward Kikken" userId="36648528-0503-4ef0-820f-826c9b3e1ed8" providerId="ADAL" clId="{452E4EA0-3268-4A7A-9D03-10A2AE0912AE}" dt="2026-10-22T15:28:32.146" v="240" actId="14100"/>
          <ac:spMkLst>
            <pc:docMk/>
            <pc:sldMk cId="2035214946" sldId="312"/>
            <ac:spMk id="20" creationId="{F8996212-2889-3438-69F2-60406DAEEE7B}"/>
          </ac:spMkLst>
        </pc:spChg>
        <pc:grpChg chg="add mod">
          <ac:chgData name="Edward Kikken" userId="36648528-0503-4ef0-820f-826c9b3e1ed8" providerId="ADAL" clId="{452E4EA0-3268-4A7A-9D03-10A2AE0912AE}" dt="2026-10-22T15:28:22.507" v="239" actId="164"/>
          <ac:grpSpMkLst>
            <pc:docMk/>
            <pc:sldMk cId="2035214946" sldId="312"/>
            <ac:grpSpMk id="21" creationId="{493715A0-656A-C30E-F45C-79A1D1583260}"/>
          </ac:grpSpMkLst>
        </pc:grpChg>
        <pc:picChg chg="add mod">
          <ac:chgData name="Edward Kikken" userId="36648528-0503-4ef0-820f-826c9b3e1ed8" providerId="ADAL" clId="{452E4EA0-3268-4A7A-9D03-10A2AE0912AE}" dt="2026-10-22T15:28:22.507" v="239" actId="164"/>
          <ac:picMkLst>
            <pc:docMk/>
            <pc:sldMk cId="2035214946" sldId="312"/>
            <ac:picMk id="19" creationId="{EE7661FB-8B5B-8402-A70F-41D611E8962F}"/>
          </ac:picMkLst>
        </pc:picChg>
      </pc:sldChg>
      <pc:sldChg chg="addSp delSp modSp add mod">
        <pc:chgData name="Edward Kikken" userId="36648528-0503-4ef0-820f-826c9b3e1ed8" providerId="ADAL" clId="{452E4EA0-3268-4A7A-9D03-10A2AE0912AE}" dt="2026-10-22T15:24:41.201" v="45" actId="1076"/>
        <pc:sldMkLst>
          <pc:docMk/>
          <pc:sldMk cId="1289750241" sldId="318"/>
        </pc:sldMkLst>
        <pc:spChg chg="mod">
          <ac:chgData name="Edward Kikken" userId="36648528-0503-4ef0-820f-826c9b3e1ed8" providerId="ADAL" clId="{452E4EA0-3268-4A7A-9D03-10A2AE0912AE}" dt="2026-10-22T15:24:21.763" v="42" actId="20577"/>
          <ac:spMkLst>
            <pc:docMk/>
            <pc:sldMk cId="1289750241" sldId="318"/>
            <ac:spMk id="13" creationId="{6CF6ADB6-B551-C672-A199-3AEDB6241362}"/>
          </ac:spMkLst>
        </pc:spChg>
        <pc:picChg chg="add mod">
          <ac:chgData name="Edward Kikken" userId="36648528-0503-4ef0-820f-826c9b3e1ed8" providerId="ADAL" clId="{452E4EA0-3268-4A7A-9D03-10A2AE0912AE}" dt="2026-10-22T15:24:41.201" v="45" actId="1076"/>
          <ac:picMkLst>
            <pc:docMk/>
            <pc:sldMk cId="1289750241" sldId="318"/>
            <ac:picMk id="4" creationId="{E3C0E44B-8DF7-C0D4-8F36-615E45957E2C}"/>
          </ac:picMkLst>
        </pc:picChg>
      </pc:sldChg>
      <pc:sldChg chg="addSp delSp modSp add mod">
        <pc:chgData name="Edward Kikken" userId="36648528-0503-4ef0-820f-826c9b3e1ed8" providerId="ADAL" clId="{452E4EA0-3268-4A7A-9D03-10A2AE0912AE}" dt="2026-10-22T15:25:40.067" v="90" actId="20577"/>
        <pc:sldMkLst>
          <pc:docMk/>
          <pc:sldMk cId="1112556682" sldId="319"/>
        </pc:sldMkLst>
        <pc:spChg chg="add mod">
          <ac:chgData name="Edward Kikken" userId="36648528-0503-4ef0-820f-826c9b3e1ed8" providerId="ADAL" clId="{452E4EA0-3268-4A7A-9D03-10A2AE0912AE}" dt="2026-10-22T15:25:40.067" v="90" actId="20577"/>
          <ac:spMkLst>
            <pc:docMk/>
            <pc:sldMk cId="1112556682" sldId="319"/>
            <ac:spMk id="6" creationId="{967700F6-D91F-01E1-89E1-DFCAC2A1D75A}"/>
          </ac:spMkLst>
        </pc:spChg>
        <pc:spChg chg="mod">
          <ac:chgData name="Edward Kikken" userId="36648528-0503-4ef0-820f-826c9b3e1ed8" providerId="ADAL" clId="{452E4EA0-3268-4A7A-9D03-10A2AE0912AE}" dt="2026-10-22T15:25:19.606" v="58" actId="20577"/>
          <ac:spMkLst>
            <pc:docMk/>
            <pc:sldMk cId="1112556682" sldId="319"/>
            <ac:spMk id="13" creationId="{C622DEB4-081C-4EA4-E269-25DC9B85ED39}"/>
          </ac:spMkLst>
        </pc:spChg>
        <pc:picChg chg="add mod">
          <ac:chgData name="Edward Kikken" userId="36648528-0503-4ef0-820f-826c9b3e1ed8" providerId="ADAL" clId="{452E4EA0-3268-4A7A-9D03-10A2AE0912AE}" dt="2026-10-22T15:25:23.498" v="61" actId="1076"/>
          <ac:picMkLst>
            <pc:docMk/>
            <pc:sldMk cId="1112556682" sldId="319"/>
            <ac:picMk id="5" creationId="{54873E75-356C-2837-C50F-2A1AAD7E132C}"/>
          </ac:picMkLst>
        </pc:picChg>
      </pc:sldChg>
      <pc:sldChg chg="addSp modSp add mod">
        <pc:chgData name="Edward Kikken" userId="36648528-0503-4ef0-820f-826c9b3e1ed8" providerId="ADAL" clId="{452E4EA0-3268-4A7A-9D03-10A2AE0912AE}" dt="2026-10-22T15:56:08.006" v="1159" actId="20577"/>
        <pc:sldMkLst>
          <pc:docMk/>
          <pc:sldMk cId="3236387834" sldId="320"/>
        </pc:sldMkLst>
        <pc:spChg chg="add mod">
          <ac:chgData name="Edward Kikken" userId="36648528-0503-4ef0-820f-826c9b3e1ed8" providerId="ADAL" clId="{452E4EA0-3268-4A7A-9D03-10A2AE0912AE}" dt="2026-10-22T15:55:54.789" v="1139" actId="688"/>
          <ac:spMkLst>
            <pc:docMk/>
            <pc:sldMk cId="3236387834" sldId="320"/>
            <ac:spMk id="3" creationId="{3C094341-38D3-C8F8-382B-F528066F4A13}"/>
          </ac:spMkLst>
        </pc:spChg>
        <pc:spChg chg="mod">
          <ac:chgData name="Edward Kikken" userId="36648528-0503-4ef0-820f-826c9b3e1ed8" providerId="ADAL" clId="{452E4EA0-3268-4A7A-9D03-10A2AE0912AE}" dt="2026-10-22T15:56:08.006" v="1159" actId="20577"/>
          <ac:spMkLst>
            <pc:docMk/>
            <pc:sldMk cId="3236387834" sldId="320"/>
            <ac:spMk id="16" creationId="{D73D25F6-E9FE-AFDC-BF51-F2C30F27F526}"/>
          </ac:spMkLst>
        </pc:spChg>
      </pc:sldChg>
      <pc:sldChg chg="addSp delSp modSp new mod">
        <pc:chgData name="Edward Kikken" userId="36648528-0503-4ef0-820f-826c9b3e1ed8" providerId="ADAL" clId="{452E4EA0-3268-4A7A-9D03-10A2AE0912AE}" dt="2026-10-22T15:37:36.856" v="480" actId="1076"/>
        <pc:sldMkLst>
          <pc:docMk/>
          <pc:sldMk cId="1597419194" sldId="321"/>
        </pc:sldMkLst>
        <pc:spChg chg="mod">
          <ac:chgData name="Edward Kikken" userId="36648528-0503-4ef0-820f-826c9b3e1ed8" providerId="ADAL" clId="{452E4EA0-3268-4A7A-9D03-10A2AE0912AE}" dt="2026-10-22T15:35:43.866" v="477" actId="20577"/>
          <ac:spMkLst>
            <pc:docMk/>
            <pc:sldMk cId="1597419194" sldId="321"/>
            <ac:spMk id="2" creationId="{F1C58E56-4755-7A98-B4B1-92049B740B3E}"/>
          </ac:spMkLst>
        </pc:spChg>
        <pc:spChg chg="mod">
          <ac:chgData name="Edward Kikken" userId="36648528-0503-4ef0-820f-826c9b3e1ed8" providerId="ADAL" clId="{452E4EA0-3268-4A7A-9D03-10A2AE0912AE}" dt="2026-10-22T15:33:07.775" v="335" actId="20577"/>
          <ac:spMkLst>
            <pc:docMk/>
            <pc:sldMk cId="1597419194" sldId="321"/>
            <ac:spMk id="3" creationId="{F66675E4-C96D-7F5D-3682-FE59937CB315}"/>
          </ac:spMkLst>
        </pc:spChg>
        <pc:picChg chg="add mod">
          <ac:chgData name="Edward Kikken" userId="36648528-0503-4ef0-820f-826c9b3e1ed8" providerId="ADAL" clId="{452E4EA0-3268-4A7A-9D03-10A2AE0912AE}" dt="2026-10-22T15:37:36.856" v="480" actId="1076"/>
          <ac:picMkLst>
            <pc:docMk/>
            <pc:sldMk cId="1597419194" sldId="321"/>
            <ac:picMk id="8" creationId="{F71E3CB2-91B9-7474-0A23-15CC8078EEC4}"/>
          </ac:picMkLst>
        </pc:picChg>
      </pc:sldChg>
      <pc:sldChg chg="addSp delSp modSp add mod">
        <pc:chgData name="Edward Kikken" userId="36648528-0503-4ef0-820f-826c9b3e1ed8" providerId="ADAL" clId="{452E4EA0-3268-4A7A-9D03-10A2AE0912AE}" dt="2026-10-22T15:41:06.509" v="564" actId="20577"/>
        <pc:sldMkLst>
          <pc:docMk/>
          <pc:sldMk cId="783559219" sldId="322"/>
        </pc:sldMkLst>
        <pc:spChg chg="mod">
          <ac:chgData name="Edward Kikken" userId="36648528-0503-4ef0-820f-826c9b3e1ed8" providerId="ADAL" clId="{452E4EA0-3268-4A7A-9D03-10A2AE0912AE}" dt="2026-10-22T15:41:06.509" v="564" actId="20577"/>
          <ac:spMkLst>
            <pc:docMk/>
            <pc:sldMk cId="783559219" sldId="322"/>
            <ac:spMk id="2" creationId="{0476446E-943A-6123-4D95-929DBAE21F90}"/>
          </ac:spMkLst>
        </pc:spChg>
        <pc:picChg chg="add mod">
          <ac:chgData name="Edward Kikken" userId="36648528-0503-4ef0-820f-826c9b3e1ed8" providerId="ADAL" clId="{452E4EA0-3268-4A7A-9D03-10A2AE0912AE}" dt="2026-10-22T15:37:57.619" v="483" actId="1076"/>
          <ac:picMkLst>
            <pc:docMk/>
            <pc:sldMk cId="783559219" sldId="322"/>
            <ac:picMk id="9" creationId="{A4EEE319-79DE-0079-ACF4-1E009AFD837F}"/>
          </ac:picMkLst>
        </pc:picChg>
      </pc:sldChg>
      <pc:sldChg chg="addSp delSp modSp add mod">
        <pc:chgData name="Edward Kikken" userId="36648528-0503-4ef0-820f-826c9b3e1ed8" providerId="ADAL" clId="{452E4EA0-3268-4A7A-9D03-10A2AE0912AE}" dt="2026-10-22T15:48:08.181" v="804" actId="20577"/>
        <pc:sldMkLst>
          <pc:docMk/>
          <pc:sldMk cId="4207372141" sldId="323"/>
        </pc:sldMkLst>
        <pc:spChg chg="mod">
          <ac:chgData name="Edward Kikken" userId="36648528-0503-4ef0-820f-826c9b3e1ed8" providerId="ADAL" clId="{452E4EA0-3268-4A7A-9D03-10A2AE0912AE}" dt="2026-10-22T15:46:47.695" v="797" actId="20577"/>
          <ac:spMkLst>
            <pc:docMk/>
            <pc:sldMk cId="4207372141" sldId="323"/>
            <ac:spMk id="2" creationId="{EA15B273-80F5-D89D-E7F9-38EC4DC79C77}"/>
          </ac:spMkLst>
        </pc:spChg>
        <pc:spChg chg="mod">
          <ac:chgData name="Edward Kikken" userId="36648528-0503-4ef0-820f-826c9b3e1ed8" providerId="ADAL" clId="{452E4EA0-3268-4A7A-9D03-10A2AE0912AE}" dt="2026-10-22T15:48:08.181" v="804" actId="20577"/>
          <ac:spMkLst>
            <pc:docMk/>
            <pc:sldMk cId="4207372141" sldId="323"/>
            <ac:spMk id="3" creationId="{BF9AA2B6-EEA5-CEFB-C086-8E4F87EFEBB2}"/>
          </ac:spMkLst>
        </pc:spChg>
        <pc:picChg chg="add mod">
          <ac:chgData name="Edward Kikken" userId="36648528-0503-4ef0-820f-826c9b3e1ed8" providerId="ADAL" clId="{452E4EA0-3268-4A7A-9D03-10A2AE0912AE}" dt="2026-10-22T15:46:56.323" v="800" actId="1076"/>
          <ac:picMkLst>
            <pc:docMk/>
            <pc:sldMk cId="4207372141" sldId="323"/>
            <ac:picMk id="8" creationId="{F80EBD6A-BD93-07E2-E875-CE6DAA3D35C7}"/>
          </ac:picMkLst>
        </pc:picChg>
      </pc:sldChg>
      <pc:sldChg chg="addSp delSp modSp add mod">
        <pc:chgData name="Edward Kikken" userId="36648528-0503-4ef0-820f-826c9b3e1ed8" providerId="ADAL" clId="{452E4EA0-3268-4A7A-9D03-10A2AE0912AE}" dt="2026-10-22T16:56:19.222" v="1797" actId="20577"/>
        <pc:sldMkLst>
          <pc:docMk/>
          <pc:sldMk cId="3488727853" sldId="324"/>
        </pc:sldMkLst>
        <pc:spChg chg="mod">
          <ac:chgData name="Edward Kikken" userId="36648528-0503-4ef0-820f-826c9b3e1ed8" providerId="ADAL" clId="{452E4EA0-3268-4A7A-9D03-10A2AE0912AE}" dt="2026-10-22T16:56:19.222" v="1797" actId="20577"/>
          <ac:spMkLst>
            <pc:docMk/>
            <pc:sldMk cId="3488727853" sldId="324"/>
            <ac:spMk id="2" creationId="{7CB57226-26E4-649D-B3BA-D71BBED4AA8D}"/>
          </ac:spMkLst>
        </pc:spChg>
        <pc:spChg chg="mod">
          <ac:chgData name="Edward Kikken" userId="36648528-0503-4ef0-820f-826c9b3e1ed8" providerId="ADAL" clId="{452E4EA0-3268-4A7A-9D03-10A2AE0912AE}" dt="2026-10-22T15:48:12.471" v="812" actId="20577"/>
          <ac:spMkLst>
            <pc:docMk/>
            <pc:sldMk cId="3488727853" sldId="324"/>
            <ac:spMk id="3" creationId="{3D9183D4-9BF8-AAC9-92E5-98E93DD551CA}"/>
          </ac:spMkLst>
        </pc:spChg>
        <pc:picChg chg="add mod">
          <ac:chgData name="Edward Kikken" userId="36648528-0503-4ef0-820f-826c9b3e1ed8" providerId="ADAL" clId="{452E4EA0-3268-4A7A-9D03-10A2AE0912AE}" dt="2026-10-22T15:48:50.105" v="902" actId="1076"/>
          <ac:picMkLst>
            <pc:docMk/>
            <pc:sldMk cId="3488727853" sldId="324"/>
            <ac:picMk id="6" creationId="{9B09DCFD-C920-9001-8EF5-5D5176177074}"/>
          </ac:picMkLst>
        </pc:picChg>
      </pc:sldChg>
      <pc:sldChg chg="addSp delSp modSp add mod">
        <pc:chgData name="Edward Kikken" userId="36648528-0503-4ef0-820f-826c9b3e1ed8" providerId="ADAL" clId="{452E4EA0-3268-4A7A-9D03-10A2AE0912AE}" dt="2026-10-22T15:50:42.299" v="949" actId="1076"/>
        <pc:sldMkLst>
          <pc:docMk/>
          <pc:sldMk cId="1601293699" sldId="325"/>
        </pc:sldMkLst>
        <pc:spChg chg="mod">
          <ac:chgData name="Edward Kikken" userId="36648528-0503-4ef0-820f-826c9b3e1ed8" providerId="ADAL" clId="{452E4EA0-3268-4A7A-9D03-10A2AE0912AE}" dt="2026-10-22T15:49:47.777" v="946" actId="20577"/>
          <ac:spMkLst>
            <pc:docMk/>
            <pc:sldMk cId="1601293699" sldId="325"/>
            <ac:spMk id="2" creationId="{4B516A79-9C50-CDD1-AA7E-BDFFCD3FA0CC}"/>
          </ac:spMkLst>
        </pc:spChg>
        <pc:spChg chg="mod">
          <ac:chgData name="Edward Kikken" userId="36648528-0503-4ef0-820f-826c9b3e1ed8" providerId="ADAL" clId="{452E4EA0-3268-4A7A-9D03-10A2AE0912AE}" dt="2026-10-22T15:49:22.260" v="921" actId="20577"/>
          <ac:spMkLst>
            <pc:docMk/>
            <pc:sldMk cId="1601293699" sldId="325"/>
            <ac:spMk id="3" creationId="{B7FCDB7A-4C39-292E-92B1-6500B6A5AADE}"/>
          </ac:spMkLst>
        </pc:spChg>
        <pc:picChg chg="add mod">
          <ac:chgData name="Edward Kikken" userId="36648528-0503-4ef0-820f-826c9b3e1ed8" providerId="ADAL" clId="{452E4EA0-3268-4A7A-9D03-10A2AE0912AE}" dt="2026-10-22T15:50:42.299" v="949" actId="1076"/>
          <ac:picMkLst>
            <pc:docMk/>
            <pc:sldMk cId="1601293699" sldId="325"/>
            <ac:picMk id="9" creationId="{7CEB2468-AA8C-13BB-9059-039718E76F8C}"/>
          </ac:picMkLst>
        </pc:picChg>
      </pc:sldChg>
      <pc:sldChg chg="addSp delSp modSp new mod modAnim">
        <pc:chgData name="Edward Kikken" userId="36648528-0503-4ef0-820f-826c9b3e1ed8" providerId="ADAL" clId="{452E4EA0-3268-4A7A-9D03-10A2AE0912AE}" dt="2026-10-22T17:33:10.997" v="2241" actId="20577"/>
        <pc:sldMkLst>
          <pc:docMk/>
          <pc:sldMk cId="3946484743" sldId="326"/>
        </pc:sldMkLst>
        <pc:spChg chg="mod">
          <ac:chgData name="Edward Kikken" userId="36648528-0503-4ef0-820f-826c9b3e1ed8" providerId="ADAL" clId="{452E4EA0-3268-4A7A-9D03-10A2AE0912AE}" dt="2026-10-22T17:33:10.997" v="2241" actId="20577"/>
          <ac:spMkLst>
            <pc:docMk/>
            <pc:sldMk cId="3946484743" sldId="326"/>
            <ac:spMk id="2" creationId="{54304B1E-9CC8-9CEF-5F65-81F59328DC6D}"/>
          </ac:spMkLst>
        </pc:spChg>
        <pc:spChg chg="mod">
          <ac:chgData name="Edward Kikken" userId="36648528-0503-4ef0-820f-826c9b3e1ed8" providerId="ADAL" clId="{452E4EA0-3268-4A7A-9D03-10A2AE0912AE}" dt="2026-10-22T15:51:23.228" v="965" actId="20577"/>
          <ac:spMkLst>
            <pc:docMk/>
            <pc:sldMk cId="3946484743" sldId="326"/>
            <ac:spMk id="3" creationId="{ED3D3A6C-8516-08C4-7764-4B1067E83DB2}"/>
          </ac:spMkLst>
        </pc:spChg>
        <pc:picChg chg="add mod modCrop">
          <ac:chgData name="Edward Kikken" userId="36648528-0503-4ef0-820f-826c9b3e1ed8" providerId="ADAL" clId="{452E4EA0-3268-4A7A-9D03-10A2AE0912AE}" dt="2026-10-22T16:31:31.702" v="1267" actId="14100"/>
          <ac:picMkLst>
            <pc:docMk/>
            <pc:sldMk cId="3946484743" sldId="326"/>
            <ac:picMk id="5" creationId="{4EB14B42-1723-0A35-DAFC-AD754EC34097}"/>
          </ac:picMkLst>
        </pc:picChg>
      </pc:sldChg>
      <pc:sldChg chg="modSp new mod ord">
        <pc:chgData name="Edward Kikken" userId="36648528-0503-4ef0-820f-826c9b3e1ed8" providerId="ADAL" clId="{452E4EA0-3268-4A7A-9D03-10A2AE0912AE}" dt="2026-10-22T15:54:30.916" v="1098" actId="20577"/>
        <pc:sldMkLst>
          <pc:docMk/>
          <pc:sldMk cId="484345807" sldId="327"/>
        </pc:sldMkLst>
        <pc:spChg chg="mod">
          <ac:chgData name="Edward Kikken" userId="36648528-0503-4ef0-820f-826c9b3e1ed8" providerId="ADAL" clId="{452E4EA0-3268-4A7A-9D03-10A2AE0912AE}" dt="2026-10-22T15:54:30.916" v="1098" actId="20577"/>
          <ac:spMkLst>
            <pc:docMk/>
            <pc:sldMk cId="484345807" sldId="327"/>
            <ac:spMk id="2" creationId="{7A2D209E-B462-E472-9C47-4EF6D9D61D41}"/>
          </ac:spMkLst>
        </pc:spChg>
        <pc:spChg chg="mod">
          <ac:chgData name="Edward Kikken" userId="36648528-0503-4ef0-820f-826c9b3e1ed8" providerId="ADAL" clId="{452E4EA0-3268-4A7A-9D03-10A2AE0912AE}" dt="2026-10-22T15:53:51.691" v="975" actId="20577"/>
          <ac:spMkLst>
            <pc:docMk/>
            <pc:sldMk cId="484345807" sldId="327"/>
            <ac:spMk id="3" creationId="{95081D85-DE8A-FF09-8092-771CE47D7F1F}"/>
          </ac:spMkLst>
        </pc:spChg>
      </pc:sldChg>
      <pc:sldChg chg="addSp modSp new mod">
        <pc:chgData name="Edward Kikken" userId="36648528-0503-4ef0-820f-826c9b3e1ed8" providerId="ADAL" clId="{452E4EA0-3268-4A7A-9D03-10A2AE0912AE}" dt="2026-10-22T15:59:27.175" v="1219" actId="20577"/>
        <pc:sldMkLst>
          <pc:docMk/>
          <pc:sldMk cId="631184327" sldId="328"/>
        </pc:sldMkLst>
        <pc:spChg chg="mod">
          <ac:chgData name="Edward Kikken" userId="36648528-0503-4ef0-820f-826c9b3e1ed8" providerId="ADAL" clId="{452E4EA0-3268-4A7A-9D03-10A2AE0912AE}" dt="2026-10-22T15:59:27.175" v="1219" actId="20577"/>
          <ac:spMkLst>
            <pc:docMk/>
            <pc:sldMk cId="631184327" sldId="328"/>
            <ac:spMk id="2" creationId="{1513230C-172C-D1BF-67C1-06B99310CB50}"/>
          </ac:spMkLst>
        </pc:spChg>
        <pc:spChg chg="mod">
          <ac:chgData name="Edward Kikken" userId="36648528-0503-4ef0-820f-826c9b3e1ed8" providerId="ADAL" clId="{452E4EA0-3268-4A7A-9D03-10A2AE0912AE}" dt="2026-10-22T15:56:19.099" v="1170" actId="20577"/>
          <ac:spMkLst>
            <pc:docMk/>
            <pc:sldMk cId="631184327" sldId="328"/>
            <ac:spMk id="3" creationId="{7A2F061F-5773-3E20-5ADD-FDFFE4087156}"/>
          </ac:spMkLst>
        </pc:spChg>
        <pc:grpChg chg="add mod">
          <ac:chgData name="Edward Kikken" userId="36648528-0503-4ef0-820f-826c9b3e1ed8" providerId="ADAL" clId="{452E4EA0-3268-4A7A-9D03-10A2AE0912AE}" dt="2026-10-22T15:58:57.848" v="1193" actId="1076"/>
          <ac:grpSpMkLst>
            <pc:docMk/>
            <pc:sldMk cId="631184327" sldId="328"/>
            <ac:grpSpMk id="9" creationId="{3A9ECFF9-7F63-3555-D692-353CC15C0763}"/>
          </ac:grpSpMkLst>
        </pc:grpChg>
        <pc:picChg chg="add mod modCrop">
          <ac:chgData name="Edward Kikken" userId="36648528-0503-4ef0-820f-826c9b3e1ed8" providerId="ADAL" clId="{452E4EA0-3268-4A7A-9D03-10A2AE0912AE}" dt="2026-10-22T15:58:55.071" v="1192" actId="164"/>
          <ac:picMkLst>
            <pc:docMk/>
            <pc:sldMk cId="631184327" sldId="328"/>
            <ac:picMk id="6" creationId="{02CEA3E6-327E-90FB-5D47-E9ADB005074B}"/>
          </ac:picMkLst>
        </pc:picChg>
        <pc:picChg chg="add mod modCrop">
          <ac:chgData name="Edward Kikken" userId="36648528-0503-4ef0-820f-826c9b3e1ed8" providerId="ADAL" clId="{452E4EA0-3268-4A7A-9D03-10A2AE0912AE}" dt="2026-10-22T15:58:55.071" v="1192" actId="164"/>
          <ac:picMkLst>
            <pc:docMk/>
            <pc:sldMk cId="631184327" sldId="328"/>
            <ac:picMk id="8" creationId="{11A70903-DBA8-9843-490D-0C04EE9A53D7}"/>
          </ac:picMkLst>
        </pc:picChg>
      </pc:sldChg>
      <pc:sldChg chg="addSp modSp new mod">
        <pc:chgData name="Edward Kikken" userId="36648528-0503-4ef0-820f-826c9b3e1ed8" providerId="ADAL" clId="{452E4EA0-3268-4A7A-9D03-10A2AE0912AE}" dt="2026-10-23T10:25:46.429" v="2395" actId="20577"/>
        <pc:sldMkLst>
          <pc:docMk/>
          <pc:sldMk cId="255773919" sldId="329"/>
        </pc:sldMkLst>
        <pc:spChg chg="mod">
          <ac:chgData name="Edward Kikken" userId="36648528-0503-4ef0-820f-826c9b3e1ed8" providerId="ADAL" clId="{452E4EA0-3268-4A7A-9D03-10A2AE0912AE}" dt="2026-10-23T10:25:46.429" v="2395" actId="20577"/>
          <ac:spMkLst>
            <pc:docMk/>
            <pc:sldMk cId="255773919" sldId="329"/>
            <ac:spMk id="2" creationId="{4E4851AD-AC09-95A9-DFEE-F8C2A5A2044C}"/>
          </ac:spMkLst>
        </pc:spChg>
        <pc:spChg chg="mod">
          <ac:chgData name="Edward Kikken" userId="36648528-0503-4ef0-820f-826c9b3e1ed8" providerId="ADAL" clId="{452E4EA0-3268-4A7A-9D03-10A2AE0912AE}" dt="2026-10-22T16:52:18.101" v="1556" actId="20577"/>
          <ac:spMkLst>
            <pc:docMk/>
            <pc:sldMk cId="255773919" sldId="329"/>
            <ac:spMk id="3" creationId="{CFE69456-3F49-1944-AFFF-3274A5AA92F8}"/>
          </ac:spMkLst>
        </pc:spChg>
        <pc:spChg chg="add mod">
          <ac:chgData name="Edward Kikken" userId="36648528-0503-4ef0-820f-826c9b3e1ed8" providerId="ADAL" clId="{452E4EA0-3268-4A7A-9D03-10A2AE0912AE}" dt="2026-10-22T16:57:47.593" v="1880" actId="20577"/>
          <ac:spMkLst>
            <pc:docMk/>
            <pc:sldMk cId="255773919" sldId="329"/>
            <ac:spMk id="7" creationId="{15905FE8-3921-7522-EBA0-EB6B07AEE849}"/>
          </ac:spMkLst>
        </pc:spChg>
        <pc:spChg chg="add mod">
          <ac:chgData name="Edward Kikken" userId="36648528-0503-4ef0-820f-826c9b3e1ed8" providerId="ADAL" clId="{452E4EA0-3268-4A7A-9D03-10A2AE0912AE}" dt="2026-10-22T16:54:33.669" v="1626" actId="207"/>
          <ac:spMkLst>
            <pc:docMk/>
            <pc:sldMk cId="255773919" sldId="329"/>
            <ac:spMk id="9" creationId="{38C8B40D-DF18-C30D-51E5-24EDF6BC677F}"/>
          </ac:spMkLst>
        </pc:spChg>
        <pc:spChg chg="add mod">
          <ac:chgData name="Edward Kikken" userId="36648528-0503-4ef0-820f-826c9b3e1ed8" providerId="ADAL" clId="{452E4EA0-3268-4A7A-9D03-10A2AE0912AE}" dt="2026-10-22T16:54:33.669" v="1626" actId="207"/>
          <ac:spMkLst>
            <pc:docMk/>
            <pc:sldMk cId="255773919" sldId="329"/>
            <ac:spMk id="11" creationId="{BDEB1CE3-2BE9-C119-31A8-2676E249A4A0}"/>
          </ac:spMkLst>
        </pc:spChg>
        <pc:spChg chg="add mod">
          <ac:chgData name="Edward Kikken" userId="36648528-0503-4ef0-820f-826c9b3e1ed8" providerId="ADAL" clId="{452E4EA0-3268-4A7A-9D03-10A2AE0912AE}" dt="2026-10-22T16:54:33.669" v="1626" actId="207"/>
          <ac:spMkLst>
            <pc:docMk/>
            <pc:sldMk cId="255773919" sldId="329"/>
            <ac:spMk id="13" creationId="{47356641-CA73-818C-487B-1191AF1C398D}"/>
          </ac:spMkLst>
        </pc:spChg>
        <pc:picChg chg="add mod">
          <ac:chgData name="Edward Kikken" userId="36648528-0503-4ef0-820f-826c9b3e1ed8" providerId="ADAL" clId="{452E4EA0-3268-4A7A-9D03-10A2AE0912AE}" dt="2026-10-22T16:53:33.362" v="1598" actId="1076"/>
          <ac:picMkLst>
            <pc:docMk/>
            <pc:sldMk cId="255773919" sldId="329"/>
            <ac:picMk id="6" creationId="{85F19BBC-CD95-490A-2D1B-F39B8D99E107}"/>
          </ac:picMkLst>
        </pc:picChg>
      </pc:sldChg>
      <pc:sldChg chg="addSp modSp new mod">
        <pc:chgData name="Edward Kikken" userId="36648528-0503-4ef0-820f-826c9b3e1ed8" providerId="ADAL" clId="{452E4EA0-3268-4A7A-9D03-10A2AE0912AE}" dt="2026-10-22T17:41:30.937" v="2372" actId="1076"/>
        <pc:sldMkLst>
          <pc:docMk/>
          <pc:sldMk cId="3874745464" sldId="330"/>
        </pc:sldMkLst>
        <pc:spChg chg="mod">
          <ac:chgData name="Edward Kikken" userId="36648528-0503-4ef0-820f-826c9b3e1ed8" providerId="ADAL" clId="{452E4EA0-3268-4A7A-9D03-10A2AE0912AE}" dt="2026-10-22T17:41:10.539" v="2360" actId="14100"/>
          <ac:spMkLst>
            <pc:docMk/>
            <pc:sldMk cId="3874745464" sldId="330"/>
            <ac:spMk id="2" creationId="{A2DC58F7-0F4A-8FFC-A2DC-18FCA95A7266}"/>
          </ac:spMkLst>
        </pc:spChg>
        <pc:spChg chg="mod">
          <ac:chgData name="Edward Kikken" userId="36648528-0503-4ef0-820f-826c9b3e1ed8" providerId="ADAL" clId="{452E4EA0-3268-4A7A-9D03-10A2AE0912AE}" dt="2026-10-22T17:03:18.891" v="1934" actId="20577"/>
          <ac:spMkLst>
            <pc:docMk/>
            <pc:sldMk cId="3874745464" sldId="330"/>
            <ac:spMk id="3" creationId="{7D05102A-AFE4-3FB9-D49B-87F1BC677F1E}"/>
          </ac:spMkLst>
        </pc:spChg>
        <pc:grpChg chg="add mod">
          <ac:chgData name="Edward Kikken" userId="36648528-0503-4ef0-820f-826c9b3e1ed8" providerId="ADAL" clId="{452E4EA0-3268-4A7A-9D03-10A2AE0912AE}" dt="2026-10-22T17:41:27.954" v="2369" actId="1076"/>
          <ac:grpSpMkLst>
            <pc:docMk/>
            <pc:sldMk cId="3874745464" sldId="330"/>
            <ac:grpSpMk id="12" creationId="{ECD77627-438F-FD67-84F5-D6E4997A3041}"/>
          </ac:grpSpMkLst>
        </pc:grpChg>
        <pc:picChg chg="add mod">
          <ac:chgData name="Edward Kikken" userId="36648528-0503-4ef0-820f-826c9b3e1ed8" providerId="ADAL" clId="{452E4EA0-3268-4A7A-9D03-10A2AE0912AE}" dt="2026-10-22T17:41:27.954" v="2369" actId="1076"/>
          <ac:picMkLst>
            <pc:docMk/>
            <pc:sldMk cId="3874745464" sldId="330"/>
            <ac:picMk id="6" creationId="{6D0571B6-F1D4-93D1-39DF-F8702A189316}"/>
          </ac:picMkLst>
        </pc:picChg>
        <pc:picChg chg="mod">
          <ac:chgData name="Edward Kikken" userId="36648528-0503-4ef0-820f-826c9b3e1ed8" providerId="ADAL" clId="{452E4EA0-3268-4A7A-9D03-10A2AE0912AE}" dt="2026-10-22T17:25:25.023" v="2167"/>
          <ac:picMkLst>
            <pc:docMk/>
            <pc:sldMk cId="3874745464" sldId="330"/>
            <ac:picMk id="7" creationId="{5652131F-A2C1-3A90-6E40-E77C43ACBC53}"/>
          </ac:picMkLst>
        </pc:picChg>
        <pc:picChg chg="mod">
          <ac:chgData name="Edward Kikken" userId="36648528-0503-4ef0-820f-826c9b3e1ed8" providerId="ADAL" clId="{452E4EA0-3268-4A7A-9D03-10A2AE0912AE}" dt="2026-10-22T17:25:41.406" v="2180" actId="1036"/>
          <ac:picMkLst>
            <pc:docMk/>
            <pc:sldMk cId="3874745464" sldId="330"/>
            <ac:picMk id="9" creationId="{5130F2B4-37CF-A61B-718E-9A978B3C6F0B}"/>
          </ac:picMkLst>
        </pc:picChg>
        <pc:picChg chg="add mod">
          <ac:chgData name="Edward Kikken" userId="36648528-0503-4ef0-820f-826c9b3e1ed8" providerId="ADAL" clId="{452E4EA0-3268-4A7A-9D03-10A2AE0912AE}" dt="2026-10-22T17:41:27.954" v="2369" actId="1076"/>
          <ac:picMkLst>
            <pc:docMk/>
            <pc:sldMk cId="3874745464" sldId="330"/>
            <ac:picMk id="10" creationId="{D74CDFF1-A6A8-1450-F3D6-FA6C685B2671}"/>
          </ac:picMkLst>
        </pc:picChg>
        <pc:picChg chg="mod">
          <ac:chgData name="Edward Kikken" userId="36648528-0503-4ef0-820f-826c9b3e1ed8" providerId="ADAL" clId="{452E4EA0-3268-4A7A-9D03-10A2AE0912AE}" dt="2026-10-22T17:33:41.152" v="2250" actId="1038"/>
          <ac:picMkLst>
            <pc:docMk/>
            <pc:sldMk cId="3874745464" sldId="330"/>
            <ac:picMk id="11" creationId="{66BC185F-7505-7405-2796-685BF6212284}"/>
          </ac:picMkLst>
        </pc:picChg>
        <pc:picChg chg="add mod">
          <ac:chgData name="Edward Kikken" userId="36648528-0503-4ef0-820f-826c9b3e1ed8" providerId="ADAL" clId="{452E4EA0-3268-4A7A-9D03-10A2AE0912AE}" dt="2026-10-22T17:41:30.937" v="2372" actId="1076"/>
          <ac:picMkLst>
            <pc:docMk/>
            <pc:sldMk cId="3874745464" sldId="330"/>
            <ac:picMk id="14" creationId="{5ED7C83F-B869-11AF-A33A-C5CDAF198D7E}"/>
          </ac:picMkLst>
        </pc:picChg>
      </pc:sldChg>
      <pc:sldChg chg="addSp delSp modSp add mod delAnim modAnim">
        <pc:chgData name="Edward Kikken" userId="36648528-0503-4ef0-820f-826c9b3e1ed8" providerId="ADAL" clId="{452E4EA0-3268-4A7A-9D03-10A2AE0912AE}" dt="2026-10-22T17:40:50.762" v="2352" actId="21"/>
        <pc:sldMkLst>
          <pc:docMk/>
          <pc:sldMk cId="3545005405" sldId="331"/>
        </pc:sldMkLst>
        <pc:spChg chg="mod">
          <ac:chgData name="Edward Kikken" userId="36648528-0503-4ef0-820f-826c9b3e1ed8" providerId="ADAL" clId="{452E4EA0-3268-4A7A-9D03-10A2AE0912AE}" dt="2026-10-22T17:32:25.662" v="2233" actId="20577"/>
          <ac:spMkLst>
            <pc:docMk/>
            <pc:sldMk cId="3545005405" sldId="331"/>
            <ac:spMk id="2" creationId="{032A0E47-88F5-C764-78D4-0B5159C2D563}"/>
          </ac:spMkLst>
        </pc:spChg>
        <pc:picChg chg="add mod modCrop">
          <ac:chgData name="Edward Kikken" userId="36648528-0503-4ef0-820f-826c9b3e1ed8" providerId="ADAL" clId="{452E4EA0-3268-4A7A-9D03-10A2AE0912AE}" dt="2026-10-22T17:37:52.399" v="2349" actId="14100"/>
          <ac:picMkLst>
            <pc:docMk/>
            <pc:sldMk cId="3545005405" sldId="331"/>
            <ac:picMk id="6" creationId="{6350E236-4605-CE12-0058-5C145B2CAD8B}"/>
          </ac:picMkLst>
        </pc:picChg>
      </pc:sldChg>
      <pc:sldChg chg="addSp modSp new mod">
        <pc:chgData name="Edward Kikken" userId="36648528-0503-4ef0-820f-826c9b3e1ed8" providerId="ADAL" clId="{452E4EA0-3268-4A7A-9D03-10A2AE0912AE}" dt="2026-10-23T11:38:07.534" v="2422" actId="14100"/>
        <pc:sldMkLst>
          <pc:docMk/>
          <pc:sldMk cId="3870287229" sldId="332"/>
        </pc:sldMkLst>
        <pc:spChg chg="mod">
          <ac:chgData name="Edward Kikken" userId="36648528-0503-4ef0-820f-826c9b3e1ed8" providerId="ADAL" clId="{452E4EA0-3268-4A7A-9D03-10A2AE0912AE}" dt="2026-10-23T11:38:07.534" v="2422" actId="14100"/>
          <ac:spMkLst>
            <pc:docMk/>
            <pc:sldMk cId="3870287229" sldId="332"/>
            <ac:spMk id="2" creationId="{2B5840EE-5B0C-9E6D-A2EB-0F64F3850962}"/>
          </ac:spMkLst>
        </pc:spChg>
        <pc:spChg chg="mod">
          <ac:chgData name="Edward Kikken" userId="36648528-0503-4ef0-820f-826c9b3e1ed8" providerId="ADAL" clId="{452E4EA0-3268-4A7A-9D03-10A2AE0912AE}" dt="2026-10-23T11:15:26.136" v="2413" actId="20577"/>
          <ac:spMkLst>
            <pc:docMk/>
            <pc:sldMk cId="3870287229" sldId="332"/>
            <ac:spMk id="3" creationId="{B745FFD8-00B9-82CA-E251-45E6DA34618A}"/>
          </ac:spMkLst>
        </pc:spChg>
        <pc:graphicFrameChg chg="add mod">
          <ac:chgData name="Edward Kikken" userId="36648528-0503-4ef0-820f-826c9b3e1ed8" providerId="ADAL" clId="{452E4EA0-3268-4A7A-9D03-10A2AE0912AE}" dt="2026-10-23T11:37:55.527" v="2420" actId="1076"/>
          <ac:graphicFrameMkLst>
            <pc:docMk/>
            <pc:sldMk cId="3870287229" sldId="332"/>
            <ac:graphicFrameMk id="5" creationId="{FF560711-7CD0-2E2E-7855-F15F38056E2B}"/>
          </ac:graphicFrameMkLst>
        </pc:graphicFrameChg>
      </pc:sldChg>
      <pc:sldChg chg="modSp new mod">
        <pc:chgData name="Edward Kikken" userId="36648528-0503-4ef0-820f-826c9b3e1ed8" providerId="ADAL" clId="{452E4EA0-3268-4A7A-9D03-10A2AE0912AE}" dt="2026-10-26T13:59:11.465" v="2468" actId="20577"/>
        <pc:sldMkLst>
          <pc:docMk/>
          <pc:sldMk cId="3193024350" sldId="333"/>
        </pc:sldMkLst>
        <pc:spChg chg="mod">
          <ac:chgData name="Edward Kikken" userId="36648528-0503-4ef0-820f-826c9b3e1ed8" providerId="ADAL" clId="{452E4EA0-3268-4A7A-9D03-10A2AE0912AE}" dt="2026-10-26T13:59:11.465" v="2468" actId="20577"/>
          <ac:spMkLst>
            <pc:docMk/>
            <pc:sldMk cId="3193024350" sldId="333"/>
            <ac:spMk id="2" creationId="{71BCC209-D3C9-1EFE-A6F0-D90413A9B577}"/>
          </ac:spMkLst>
        </pc:spChg>
        <pc:spChg chg="mod">
          <ac:chgData name="Edward Kikken" userId="36648528-0503-4ef0-820f-826c9b3e1ed8" providerId="ADAL" clId="{452E4EA0-3268-4A7A-9D03-10A2AE0912AE}" dt="2026-10-26T13:59:01.160" v="2431" actId="20577"/>
          <ac:spMkLst>
            <pc:docMk/>
            <pc:sldMk cId="3193024350" sldId="333"/>
            <ac:spMk id="3" creationId="{777564AB-48AE-0A7C-295D-7EBD96F6296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50443" y="0"/>
            <a:ext cx="2945659" cy="495348"/>
          </a:xfrm>
          <a:prstGeom prst="rect">
            <a:avLst/>
          </a:prstGeom>
        </p:spPr>
        <p:txBody>
          <a:bodyPr vert="horz" lIns="91440" tIns="45720" rIns="91440" bIns="45720" rtlCol="0"/>
          <a:lstStyle>
            <a:lvl1pPr algn="r">
              <a:defRPr sz="1200"/>
            </a:lvl1pPr>
          </a:lstStyle>
          <a:p>
            <a:fld id="{E6E9BAC0-9B06-4923-AB6B-DFCFE5C3FA96}" type="datetimeFigureOut">
              <a:rPr lang="nl-NL" smtClean="0"/>
              <a:t>26-10-2026</a:t>
            </a:fld>
            <a:endParaRPr lang="nl-NL"/>
          </a:p>
        </p:txBody>
      </p:sp>
      <p:sp>
        <p:nvSpPr>
          <p:cNvPr id="4" name="Tijdelijke aanduiding voor dia-afbeelding 3"/>
          <p:cNvSpPr>
            <a:spLocks noGrp="1" noRot="1" noChangeAspect="1"/>
          </p:cNvSpPr>
          <p:nvPr>
            <p:ph type="sldImg" idx="2"/>
          </p:nvPr>
        </p:nvSpPr>
        <p:spPr>
          <a:xfrm>
            <a:off x="438150" y="1233488"/>
            <a:ext cx="5921375" cy="3332162"/>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79768" y="4751219"/>
            <a:ext cx="5438140" cy="3887361"/>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377317"/>
            <a:ext cx="2945659" cy="49534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50443" y="9377317"/>
            <a:ext cx="2945659" cy="495347"/>
          </a:xfrm>
          <a:prstGeom prst="rect">
            <a:avLst/>
          </a:prstGeom>
        </p:spPr>
        <p:txBody>
          <a:bodyPr vert="horz" lIns="91440" tIns="45720" rIns="91440" bIns="45720" rtlCol="0" anchor="b"/>
          <a:lstStyle>
            <a:lvl1pPr algn="r">
              <a:defRPr sz="1200"/>
            </a:lvl1pPr>
          </a:lstStyle>
          <a:p>
            <a:fld id="{586742C3-305F-4CEB-89B7-1C9DDB41A86E}" type="slidenum">
              <a:rPr lang="nl-NL" smtClean="0"/>
              <a:t>‹#›</a:t>
            </a:fld>
            <a:endParaRPr lang="nl-NL"/>
          </a:p>
        </p:txBody>
      </p:sp>
    </p:spTree>
    <p:extLst>
      <p:ext uri="{BB962C8B-B14F-4D97-AF65-F5344CB8AC3E}">
        <p14:creationId xmlns:p14="http://schemas.microsoft.com/office/powerpoint/2010/main" val="2699615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36.xml.rels><?xml version="1.0" encoding="UTF-8" standalone="yes"?>
<Relationships xmlns="http://schemas.openxmlformats.org/package/2006/relationships"><Relationship Id="rId8" Type="http://schemas.openxmlformats.org/officeDocument/2006/relationships/hyperlink" Target="https://fonts.google.com/specimen/Rubik" TargetMode="External"/><Relationship Id="rId3" Type="http://schemas.openxmlformats.org/officeDocument/2006/relationships/image" Target="../media/image13.png"/><Relationship Id="rId7" Type="http://schemas.openxmlformats.org/officeDocument/2006/relationships/hyperlink" Target="https://www.pexels.com/" TargetMode="External"/><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hyperlink" Target="https://unsplash.com/" TargetMode="External"/><Relationship Id="rId5" Type="http://schemas.openxmlformats.org/officeDocument/2006/relationships/hyperlink" Target="https://www.svgrepo.com/" TargetMode="External"/><Relationship Id="rId4"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en">
    <p:bg>
      <p:bgPr>
        <a:solidFill>
          <a:schemeClr val="accent1"/>
        </a:solidFill>
        <a:effectLst/>
      </p:bgPr>
    </p:bg>
    <p:spTree>
      <p:nvGrpSpPr>
        <p:cNvPr id="1" name=""/>
        <p:cNvGrpSpPr/>
        <p:nvPr/>
      </p:nvGrpSpPr>
      <p:grpSpPr>
        <a:xfrm>
          <a:off x="0" y="0"/>
          <a:ext cx="0" cy="0"/>
          <a:chOff x="0" y="0"/>
          <a:chExt cx="0" cy="0"/>
        </a:xfrm>
      </p:grpSpPr>
      <p:sp>
        <p:nvSpPr>
          <p:cNvPr id="90" name="Titel 89">
            <a:extLst>
              <a:ext uri="{FF2B5EF4-FFF2-40B4-BE49-F238E27FC236}">
                <a16:creationId xmlns:a16="http://schemas.microsoft.com/office/drawing/2014/main" id="{B7D1D216-EBA8-85C8-E742-D9843FE6EBE9}"/>
              </a:ext>
            </a:extLst>
          </p:cNvPr>
          <p:cNvSpPr>
            <a:spLocks noGrp="1"/>
          </p:cNvSpPr>
          <p:nvPr>
            <p:ph type="title" hasCustomPrompt="1"/>
          </p:nvPr>
        </p:nvSpPr>
        <p:spPr>
          <a:xfrm>
            <a:off x="1182918" y="1479297"/>
            <a:ext cx="5245768" cy="2163189"/>
          </a:xfrm>
        </p:spPr>
        <p:txBody>
          <a:bodyPr lIns="0" bIns="0" anchor="b">
            <a:normAutofit/>
          </a:bodyPr>
          <a:lstStyle>
            <a:lvl1pPr>
              <a:defRPr sz="4000" b="1" i="0" cap="all" baseline="0">
                <a:solidFill>
                  <a:schemeClr val="bg1"/>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91" name="Tijdelijke aanduiding voor tekst 34">
            <a:extLst>
              <a:ext uri="{FF2B5EF4-FFF2-40B4-BE49-F238E27FC236}">
                <a16:creationId xmlns:a16="http://schemas.microsoft.com/office/drawing/2014/main" id="{600F487F-FCF3-19C5-D44A-EF0AEA0801D6}"/>
              </a:ext>
            </a:extLst>
          </p:cNvPr>
          <p:cNvSpPr>
            <a:spLocks noGrp="1"/>
          </p:cNvSpPr>
          <p:nvPr>
            <p:ph type="body" sz="quarter" idx="32" hasCustomPrompt="1"/>
          </p:nvPr>
        </p:nvSpPr>
        <p:spPr>
          <a:xfrm>
            <a:off x="1182918" y="3875183"/>
            <a:ext cx="4046543" cy="1142682"/>
          </a:xfrm>
          <a:noFill/>
        </p:spPr>
        <p:txBody>
          <a:bodyPr wrap="square" lIns="0" anchor="t">
            <a:noAutofit/>
          </a:bodyPr>
          <a:lstStyle>
            <a:lvl1pPr marL="0" indent="0" algn="l">
              <a:spcBef>
                <a:spcPts val="0"/>
              </a:spcBef>
              <a:buNone/>
              <a:defRPr lang="nl-NL" sz="1800" b="1" i="0" cap="all" baseline="0" dirty="0">
                <a:solidFill>
                  <a:schemeClr val="tx2"/>
                </a:solidFill>
                <a:latin typeface="Rubik" pitchFamily="2" charset="-79"/>
                <a:cs typeface="Rubik" pitchFamily="2" charset="-79"/>
              </a:defRPr>
            </a:lvl1pPr>
          </a:lstStyle>
          <a:p>
            <a:pPr marL="0" lvl="0" defTabSz="914377" fontAlgn="auto">
              <a:spcAft>
                <a:spcPts val="0"/>
              </a:spcAft>
              <a:buClr>
                <a:prstClr val="white"/>
              </a:buClr>
            </a:pPr>
            <a:r>
              <a:rPr lang="en-GB"/>
              <a:t>Click to edit Subtitle</a:t>
            </a:r>
          </a:p>
        </p:txBody>
      </p:sp>
      <p:sp>
        <p:nvSpPr>
          <p:cNvPr id="6" name="Tijdelijke aanduiding voor afbeelding 6">
            <a:extLst>
              <a:ext uri="{FF2B5EF4-FFF2-40B4-BE49-F238E27FC236}">
                <a16:creationId xmlns:a16="http://schemas.microsoft.com/office/drawing/2014/main" id="{69A9912C-C4F9-E2E3-3912-9A9EF9D95388}"/>
              </a:ext>
            </a:extLst>
          </p:cNvPr>
          <p:cNvSpPr>
            <a:spLocks noGrp="1"/>
          </p:cNvSpPr>
          <p:nvPr>
            <p:ph type="pic" sz="quarter" idx="16" hasCustomPrompt="1"/>
          </p:nvPr>
        </p:nvSpPr>
        <p:spPr>
          <a:xfrm>
            <a:off x="6720406" y="1173079"/>
            <a:ext cx="4472829" cy="451184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p:spPr>
        <p:txBody>
          <a:bodyPr wrap="square" anchor="t">
            <a:noAutofit/>
          </a:bodyPr>
          <a:lstStyle>
            <a:lvl1pPr marL="0" indent="0" algn="ctr">
              <a:buNone/>
              <a:defRPr sz="1200"/>
            </a:lvl1pPr>
          </a:lstStyle>
          <a:p>
            <a:r>
              <a:rPr lang="nl-NL"/>
              <a:t>Click </a:t>
            </a:r>
            <a:r>
              <a:rPr lang="nl-NL" err="1"/>
              <a:t>to</a:t>
            </a:r>
            <a:r>
              <a:rPr lang="nl-NL"/>
              <a:t> </a:t>
            </a:r>
            <a:r>
              <a:rPr lang="nl-NL" err="1"/>
              <a:t>add</a:t>
            </a:r>
            <a:r>
              <a:rPr lang="nl-NL"/>
              <a:t> image</a:t>
            </a:r>
            <a:endParaRPr lang="nl-BE"/>
          </a:p>
        </p:txBody>
      </p:sp>
      <p:sp>
        <p:nvSpPr>
          <p:cNvPr id="92" name="Text Placeholder 91">
            <a:extLst>
              <a:ext uri="{FF2B5EF4-FFF2-40B4-BE49-F238E27FC236}">
                <a16:creationId xmlns:a16="http://schemas.microsoft.com/office/drawing/2014/main" id="{9E778DC2-0775-7E9A-5297-AF8B1F8F97A7}"/>
              </a:ext>
            </a:extLst>
          </p:cNvPr>
          <p:cNvSpPr>
            <a:spLocks noGrp="1"/>
          </p:cNvSpPr>
          <p:nvPr>
            <p:ph type="body" sz="quarter" idx="33" hasCustomPrompt="1"/>
          </p:nvPr>
        </p:nvSpPr>
        <p:spPr>
          <a:xfrm>
            <a:off x="1182918" y="5536331"/>
            <a:ext cx="5245768" cy="645316"/>
          </a:xfrm>
        </p:spPr>
        <p:txBody>
          <a:bodyPr lIns="0" anchor="b">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400" b="0" i="0" cap="all" baseline="0">
                <a:solidFill>
                  <a:schemeClr val="bg1"/>
                </a:solidFill>
                <a:latin typeface="Rubik Light" pitchFamily="2" charset="-79"/>
                <a:cs typeface="Rubik Light" pitchFamily="2" charset="-79"/>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nl-NL"/>
              <a:t>NAME OF THE PRESENTER  |  </a:t>
            </a:r>
            <a:r>
              <a:rPr lang="nl-BE"/>
              <a:t>PURPOSE</a:t>
            </a:r>
            <a:br>
              <a:rPr lang="nl-BE"/>
            </a:br>
            <a:r>
              <a:rPr lang="nl-NL"/>
              <a:t>LOCATION   |  </a:t>
            </a:r>
            <a:r>
              <a:rPr lang="nl-BE"/>
              <a:t>00/00/2025</a:t>
            </a:r>
            <a:endParaRPr lang="nl-NL"/>
          </a:p>
        </p:txBody>
      </p:sp>
      <p:pic>
        <p:nvPicPr>
          <p:cNvPr id="4" name="Graphic 3">
            <a:extLst>
              <a:ext uri="{FF2B5EF4-FFF2-40B4-BE49-F238E27FC236}">
                <a16:creationId xmlns:a16="http://schemas.microsoft.com/office/drawing/2014/main" id="{F85CAD5C-9E60-5EA5-34F5-A7FD2040AC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220399" y="696050"/>
            <a:ext cx="2589169" cy="264311"/>
          </a:xfrm>
          <a:prstGeom prst="rect">
            <a:avLst/>
          </a:prstGeom>
        </p:spPr>
      </p:pic>
      <p:pic>
        <p:nvPicPr>
          <p:cNvPr id="2" name="Graphic 1">
            <a:extLst>
              <a:ext uri="{FF2B5EF4-FFF2-40B4-BE49-F238E27FC236}">
                <a16:creationId xmlns:a16="http://schemas.microsoft.com/office/drawing/2014/main" id="{98C44357-4306-FC41-FBFE-97DA85A9C45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8030" y="6401635"/>
            <a:ext cx="246094" cy="246094"/>
          </a:xfrm>
          <a:prstGeom prst="rect">
            <a:avLst/>
          </a:prstGeom>
        </p:spPr>
      </p:pic>
    </p:spTree>
    <p:extLst>
      <p:ext uri="{BB962C8B-B14F-4D97-AF65-F5344CB8AC3E}">
        <p14:creationId xmlns:p14="http://schemas.microsoft.com/office/powerpoint/2010/main" val="1046771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gray">
    <p:bg>
      <p:bgPr>
        <a:solidFill>
          <a:schemeClr val="accent2"/>
        </a:solidFill>
        <a:effectLst/>
      </p:bgPr>
    </p:bg>
    <p:spTree>
      <p:nvGrpSpPr>
        <p:cNvPr id="1" name=""/>
        <p:cNvGrpSpPr/>
        <p:nvPr/>
      </p:nvGrpSpPr>
      <p:grpSpPr>
        <a:xfrm>
          <a:off x="0" y="0"/>
          <a:ext cx="0" cy="0"/>
          <a:chOff x="0" y="0"/>
          <a:chExt cx="0" cy="0"/>
        </a:xfrm>
      </p:grpSpPr>
      <p:sp>
        <p:nvSpPr>
          <p:cNvPr id="7" name="Titel 89">
            <a:extLst>
              <a:ext uri="{FF2B5EF4-FFF2-40B4-BE49-F238E27FC236}">
                <a16:creationId xmlns:a16="http://schemas.microsoft.com/office/drawing/2014/main" id="{6809C03C-FE92-664E-3300-D7DF70056B08}"/>
              </a:ext>
            </a:extLst>
          </p:cNvPr>
          <p:cNvSpPr>
            <a:spLocks noGrp="1"/>
          </p:cNvSpPr>
          <p:nvPr>
            <p:ph type="title" hasCustomPrompt="1"/>
          </p:nvPr>
        </p:nvSpPr>
        <p:spPr>
          <a:xfrm>
            <a:off x="1182918" y="1479297"/>
            <a:ext cx="5245768" cy="2163189"/>
          </a:xfrm>
        </p:spPr>
        <p:txBody>
          <a:bodyPr lIns="0" bIns="0" anchor="b">
            <a:normAutofit/>
          </a:bodyPr>
          <a:lstStyle>
            <a:lvl1pPr>
              <a:defRPr sz="4000" b="1" i="0" cap="all" baseline="0">
                <a:solidFill>
                  <a:schemeClr val="bg1"/>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8" name="Tijdelijke aanduiding voor tekst 34">
            <a:extLst>
              <a:ext uri="{FF2B5EF4-FFF2-40B4-BE49-F238E27FC236}">
                <a16:creationId xmlns:a16="http://schemas.microsoft.com/office/drawing/2014/main" id="{2A83E630-4A8C-752B-8BAF-682F2AAE08B7}"/>
              </a:ext>
            </a:extLst>
          </p:cNvPr>
          <p:cNvSpPr>
            <a:spLocks noGrp="1"/>
          </p:cNvSpPr>
          <p:nvPr>
            <p:ph type="body" sz="quarter" idx="32" hasCustomPrompt="1"/>
          </p:nvPr>
        </p:nvSpPr>
        <p:spPr>
          <a:xfrm>
            <a:off x="1182918" y="3875183"/>
            <a:ext cx="4046543" cy="1142682"/>
          </a:xfrm>
          <a:noFill/>
        </p:spPr>
        <p:txBody>
          <a:bodyPr wrap="square" lIns="0" anchor="t">
            <a:noAutofit/>
          </a:bodyPr>
          <a:lstStyle>
            <a:lvl1pPr marL="0" indent="0" algn="l" defTabSz="914377" fontAlgn="auto">
              <a:spcBef>
                <a:spcPts val="0"/>
              </a:spcBef>
              <a:spcAft>
                <a:spcPts val="0"/>
              </a:spcAft>
              <a:buClr>
                <a:prstClr val="white"/>
              </a:buClr>
              <a:buNone/>
              <a:defRPr lang="nl-NL" sz="1800" b="1" i="0" cap="all" baseline="0" dirty="0">
                <a:solidFill>
                  <a:schemeClr val="tx2"/>
                </a:solidFill>
                <a:latin typeface="Rubik" pitchFamily="2" charset="-79"/>
                <a:cs typeface="Rubik" pitchFamily="2" charset="-79"/>
              </a:defRPr>
            </a:lvl1pPr>
          </a:lstStyle>
          <a:p>
            <a:pPr marL="0" lvl="0" defTabSz="914377" fontAlgn="auto">
              <a:spcAft>
                <a:spcPts val="0"/>
              </a:spcAft>
              <a:buClr>
                <a:prstClr val="white"/>
              </a:buClr>
            </a:pPr>
            <a:r>
              <a:rPr lang="en-GB"/>
              <a:t>Click to edit Subtitle</a:t>
            </a:r>
          </a:p>
        </p:txBody>
      </p:sp>
      <p:sp>
        <p:nvSpPr>
          <p:cNvPr id="9" name="Tijdelijke aanduiding voor afbeelding 6">
            <a:extLst>
              <a:ext uri="{FF2B5EF4-FFF2-40B4-BE49-F238E27FC236}">
                <a16:creationId xmlns:a16="http://schemas.microsoft.com/office/drawing/2014/main" id="{EFCE549F-DD26-0EAE-E371-C7054088896F}"/>
              </a:ext>
            </a:extLst>
          </p:cNvPr>
          <p:cNvSpPr>
            <a:spLocks noGrp="1"/>
          </p:cNvSpPr>
          <p:nvPr>
            <p:ph type="pic" sz="quarter" idx="16" hasCustomPrompt="1"/>
          </p:nvPr>
        </p:nvSpPr>
        <p:spPr>
          <a:xfrm>
            <a:off x="6720406" y="1173079"/>
            <a:ext cx="4472829" cy="451184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p:spPr>
        <p:txBody>
          <a:bodyPr wrap="square">
            <a:noAutofit/>
          </a:bodyPr>
          <a:lstStyle>
            <a:lvl1pPr marL="0" indent="0" algn="ctr">
              <a:buNone/>
              <a:defRPr sz="1200"/>
            </a:lvl1pPr>
          </a:lstStyle>
          <a:p>
            <a:r>
              <a:rPr lang="nl-NL"/>
              <a:t>Click </a:t>
            </a:r>
            <a:r>
              <a:rPr lang="nl-NL" err="1"/>
              <a:t>to</a:t>
            </a:r>
            <a:r>
              <a:rPr lang="nl-NL"/>
              <a:t> </a:t>
            </a:r>
            <a:r>
              <a:rPr lang="nl-NL" err="1"/>
              <a:t>add</a:t>
            </a:r>
            <a:r>
              <a:rPr lang="nl-NL"/>
              <a:t> image</a:t>
            </a:r>
            <a:endParaRPr lang="nl-BE"/>
          </a:p>
        </p:txBody>
      </p:sp>
      <p:sp>
        <p:nvSpPr>
          <p:cNvPr id="10" name="Text Placeholder 91">
            <a:extLst>
              <a:ext uri="{FF2B5EF4-FFF2-40B4-BE49-F238E27FC236}">
                <a16:creationId xmlns:a16="http://schemas.microsoft.com/office/drawing/2014/main" id="{ED95242F-4BFD-D3BD-80A1-142A377D7F46}"/>
              </a:ext>
            </a:extLst>
          </p:cNvPr>
          <p:cNvSpPr>
            <a:spLocks noGrp="1"/>
          </p:cNvSpPr>
          <p:nvPr>
            <p:ph type="body" sz="quarter" idx="33" hasCustomPrompt="1"/>
          </p:nvPr>
        </p:nvSpPr>
        <p:spPr>
          <a:xfrm>
            <a:off x="1182918" y="5536331"/>
            <a:ext cx="5245768" cy="645316"/>
          </a:xfrm>
        </p:spPr>
        <p:txBody>
          <a:bodyPr lIns="0" anchor="b">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400" b="0" i="0" cap="all" baseline="0">
                <a:solidFill>
                  <a:schemeClr val="bg1"/>
                </a:solidFill>
                <a:latin typeface="Rubik Light" pitchFamily="2" charset="-79"/>
                <a:cs typeface="Rubik Light" pitchFamily="2" charset="-79"/>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nl-NL"/>
              <a:t>NAME OF THE PRESENTER  |  </a:t>
            </a:r>
            <a:r>
              <a:rPr lang="nl-BE"/>
              <a:t>PURPOSE</a:t>
            </a:r>
            <a:br>
              <a:rPr lang="nl-BE"/>
            </a:br>
            <a:r>
              <a:rPr lang="nl-NL"/>
              <a:t>LOCATION   |  </a:t>
            </a:r>
            <a:r>
              <a:rPr lang="nl-BE"/>
              <a:t>00/00/2025</a:t>
            </a:r>
            <a:endParaRPr lang="nl-NL"/>
          </a:p>
        </p:txBody>
      </p:sp>
      <p:pic>
        <p:nvPicPr>
          <p:cNvPr id="4" name="Graphic 3">
            <a:extLst>
              <a:ext uri="{FF2B5EF4-FFF2-40B4-BE49-F238E27FC236}">
                <a16:creationId xmlns:a16="http://schemas.microsoft.com/office/drawing/2014/main" id="{996EBBFE-78FF-A8E8-7102-84AA54E9DAB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220399" y="696050"/>
            <a:ext cx="2589169" cy="264311"/>
          </a:xfrm>
          <a:prstGeom prst="rect">
            <a:avLst/>
          </a:prstGeom>
        </p:spPr>
      </p:pic>
      <p:pic>
        <p:nvPicPr>
          <p:cNvPr id="6" name="Graphic 5">
            <a:extLst>
              <a:ext uri="{FF2B5EF4-FFF2-40B4-BE49-F238E27FC236}">
                <a16:creationId xmlns:a16="http://schemas.microsoft.com/office/drawing/2014/main" id="{045DA3C9-0414-483D-F286-1A1E541C057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80083" y="1386699"/>
            <a:ext cx="938496" cy="938496"/>
          </a:xfrm>
          <a:prstGeom prst="rect">
            <a:avLst/>
          </a:prstGeom>
        </p:spPr>
      </p:pic>
      <p:pic>
        <p:nvPicPr>
          <p:cNvPr id="3" name="Graphic 2">
            <a:extLst>
              <a:ext uri="{FF2B5EF4-FFF2-40B4-BE49-F238E27FC236}">
                <a16:creationId xmlns:a16="http://schemas.microsoft.com/office/drawing/2014/main" id="{A484A2DC-6170-55C3-1331-C2740D71967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28030" y="6401635"/>
            <a:ext cx="246094" cy="246094"/>
          </a:xfrm>
          <a:prstGeom prst="rect">
            <a:avLst/>
          </a:prstGeom>
        </p:spPr>
      </p:pic>
    </p:spTree>
    <p:extLst>
      <p:ext uri="{BB962C8B-B14F-4D97-AF65-F5344CB8AC3E}">
        <p14:creationId xmlns:p14="http://schemas.microsoft.com/office/powerpoint/2010/main" val="2063527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bg1"/>
        </a:solidFill>
        <a:effectLst/>
      </p:bgPr>
    </p:bg>
    <p:spTree>
      <p:nvGrpSpPr>
        <p:cNvPr id="1" name=""/>
        <p:cNvGrpSpPr/>
        <p:nvPr/>
      </p:nvGrpSpPr>
      <p:grpSpPr>
        <a:xfrm>
          <a:off x="0" y="0"/>
          <a:ext cx="0" cy="0"/>
          <a:chOff x="0" y="0"/>
          <a:chExt cx="0" cy="0"/>
        </a:xfrm>
      </p:grpSpPr>
      <p:sp>
        <p:nvSpPr>
          <p:cNvPr id="28" name="Tekstvak 27">
            <a:extLst>
              <a:ext uri="{FF2B5EF4-FFF2-40B4-BE49-F238E27FC236}">
                <a16:creationId xmlns:a16="http://schemas.microsoft.com/office/drawing/2014/main" id="{276D9244-A383-D1E1-CC59-2755CACD055C}"/>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35" name="Tijdelijke aanduiding voor tekst 34">
            <a:extLst>
              <a:ext uri="{FF2B5EF4-FFF2-40B4-BE49-F238E27FC236}">
                <a16:creationId xmlns:a16="http://schemas.microsoft.com/office/drawing/2014/main" id="{F794AE3D-101A-3564-1AA8-5D450F1C7F2C}"/>
              </a:ext>
            </a:extLst>
          </p:cNvPr>
          <p:cNvSpPr>
            <a:spLocks noGrp="1"/>
          </p:cNvSpPr>
          <p:nvPr>
            <p:ph type="body" sz="quarter" idx="16" hasCustomPrompt="1"/>
          </p:nvPr>
        </p:nvSpPr>
        <p:spPr>
          <a:xfrm>
            <a:off x="2328644" y="1884530"/>
            <a:ext cx="3536351" cy="570862"/>
          </a:xfrm>
          <a:noFill/>
        </p:spPr>
        <p:txBody>
          <a:bodyPr lIns="0" bIns="0" anchor="b">
            <a:normAutofit/>
          </a:bodyPr>
          <a:lstStyle>
            <a:lvl1pPr marL="0" indent="0">
              <a:spcBef>
                <a:spcPts val="0"/>
              </a:spcBef>
              <a:buNone/>
              <a:defRPr lang="nl-NL" sz="1800" b="1" i="0" kern="1200" cap="none" baseline="0" dirty="0" smtClean="0">
                <a:solidFill>
                  <a:schemeClr val="accent1"/>
                </a:solidFill>
                <a:latin typeface="Rubik" pitchFamily="2" charset="-79"/>
                <a:ea typeface="+mn-ea"/>
                <a:cs typeface="Rubik" pitchFamily="2" charset="-79"/>
              </a:defRPr>
            </a:lvl1pPr>
          </a:lstStyle>
          <a:p>
            <a:pPr lvl="0"/>
            <a:r>
              <a:rPr lang="en-GB"/>
              <a:t>Click to edit title</a:t>
            </a:r>
          </a:p>
        </p:txBody>
      </p:sp>
      <p:sp>
        <p:nvSpPr>
          <p:cNvPr id="3" name="Tijdelijke aanduiding voor dianummer 2">
            <a:extLst>
              <a:ext uri="{FF2B5EF4-FFF2-40B4-BE49-F238E27FC236}">
                <a16:creationId xmlns:a16="http://schemas.microsoft.com/office/drawing/2014/main" id="{F458C3EF-6F13-8575-21A2-C962D61A2CE2}"/>
              </a:ext>
            </a:extLst>
          </p:cNvPr>
          <p:cNvSpPr>
            <a:spLocks noGrp="1"/>
          </p:cNvSpPr>
          <p:nvPr>
            <p:ph type="sldNum" sz="quarter" idx="27"/>
          </p:nvPr>
        </p:nvSpPr>
        <p:spPr>
          <a:xfrm>
            <a:off x="11020070" y="6401635"/>
            <a:ext cx="982162" cy="365125"/>
          </a:xfrm>
        </p:spPr>
        <p:txBody>
          <a:bodyPr/>
          <a:lstStyle>
            <a:lvl1pPr>
              <a:defRPr>
                <a:solidFill>
                  <a:schemeClr val="accent2"/>
                </a:solidFill>
              </a:defRPr>
            </a:lvl1pPr>
          </a:lstStyle>
          <a:p>
            <a:fld id="{AEF0F8F7-32FC-4374-ABF8-A7E9888C7A79}" type="slidenum">
              <a:rPr lang="nl-NL" smtClean="0"/>
              <a:pPr/>
              <a:t>‹#›</a:t>
            </a:fld>
            <a:endParaRPr lang="nl-NL"/>
          </a:p>
        </p:txBody>
      </p:sp>
      <p:pic>
        <p:nvPicPr>
          <p:cNvPr id="5" name="Graphic 4">
            <a:extLst>
              <a:ext uri="{FF2B5EF4-FFF2-40B4-BE49-F238E27FC236}">
                <a16:creationId xmlns:a16="http://schemas.microsoft.com/office/drawing/2014/main" id="{28693BB6-0391-CDC4-62E7-04B18AB8E40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9" name="Tijdelijke aanduiding voor afbeelding 6">
            <a:extLst>
              <a:ext uri="{FF2B5EF4-FFF2-40B4-BE49-F238E27FC236}">
                <a16:creationId xmlns:a16="http://schemas.microsoft.com/office/drawing/2014/main" id="{2E81D779-ABA3-66E6-C42A-AE14B40292D7}"/>
              </a:ext>
            </a:extLst>
          </p:cNvPr>
          <p:cNvSpPr>
            <a:spLocks noGrp="1"/>
          </p:cNvSpPr>
          <p:nvPr>
            <p:ph type="pic" sz="quarter" idx="29"/>
          </p:nvPr>
        </p:nvSpPr>
        <p:spPr>
          <a:xfrm>
            <a:off x="1220512" y="2071335"/>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US"/>
              <a:t>Click icon to add picture</a:t>
            </a:r>
            <a:endParaRPr lang="nl-BE"/>
          </a:p>
        </p:txBody>
      </p:sp>
      <p:sp>
        <p:nvSpPr>
          <p:cNvPr id="10" name="Tijdelijke aanduiding voor afbeelding 6">
            <a:extLst>
              <a:ext uri="{FF2B5EF4-FFF2-40B4-BE49-F238E27FC236}">
                <a16:creationId xmlns:a16="http://schemas.microsoft.com/office/drawing/2014/main" id="{1A718A3B-D81F-5CCE-7BCF-34B467D70C30}"/>
              </a:ext>
            </a:extLst>
          </p:cNvPr>
          <p:cNvSpPr>
            <a:spLocks noGrp="1"/>
          </p:cNvSpPr>
          <p:nvPr>
            <p:ph type="pic" sz="quarter" idx="30"/>
          </p:nvPr>
        </p:nvSpPr>
        <p:spPr>
          <a:xfrm>
            <a:off x="1220512" y="3567626"/>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US"/>
              <a:t>Click icon to add picture</a:t>
            </a:r>
            <a:endParaRPr lang="nl-BE"/>
          </a:p>
        </p:txBody>
      </p:sp>
      <p:sp>
        <p:nvSpPr>
          <p:cNvPr id="11" name="Tijdelijke aanduiding voor afbeelding 6">
            <a:extLst>
              <a:ext uri="{FF2B5EF4-FFF2-40B4-BE49-F238E27FC236}">
                <a16:creationId xmlns:a16="http://schemas.microsoft.com/office/drawing/2014/main" id="{1E8BDAF7-143D-065D-F600-CFFBA86EA560}"/>
              </a:ext>
            </a:extLst>
          </p:cNvPr>
          <p:cNvSpPr>
            <a:spLocks noGrp="1"/>
          </p:cNvSpPr>
          <p:nvPr>
            <p:ph type="pic" sz="quarter" idx="31"/>
          </p:nvPr>
        </p:nvSpPr>
        <p:spPr>
          <a:xfrm>
            <a:off x="1220512" y="5123106"/>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US"/>
              <a:t>Click icon to add picture</a:t>
            </a:r>
            <a:endParaRPr lang="nl-BE"/>
          </a:p>
        </p:txBody>
      </p:sp>
      <p:sp>
        <p:nvSpPr>
          <p:cNvPr id="12" name="Tijdelijke aanduiding voor afbeelding 6">
            <a:extLst>
              <a:ext uri="{FF2B5EF4-FFF2-40B4-BE49-F238E27FC236}">
                <a16:creationId xmlns:a16="http://schemas.microsoft.com/office/drawing/2014/main" id="{8550014C-E333-59DD-CD19-728EF1614BA1}"/>
              </a:ext>
            </a:extLst>
          </p:cNvPr>
          <p:cNvSpPr>
            <a:spLocks noGrp="1"/>
          </p:cNvSpPr>
          <p:nvPr>
            <p:ph type="pic" sz="quarter" idx="32"/>
          </p:nvPr>
        </p:nvSpPr>
        <p:spPr>
          <a:xfrm>
            <a:off x="6238377" y="2071335"/>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US"/>
              <a:t>Click icon to add picture</a:t>
            </a:r>
            <a:endParaRPr lang="nl-BE"/>
          </a:p>
        </p:txBody>
      </p:sp>
      <p:sp>
        <p:nvSpPr>
          <p:cNvPr id="13" name="Tijdelijke aanduiding voor afbeelding 6">
            <a:extLst>
              <a:ext uri="{FF2B5EF4-FFF2-40B4-BE49-F238E27FC236}">
                <a16:creationId xmlns:a16="http://schemas.microsoft.com/office/drawing/2014/main" id="{9CAE6144-E461-3E7E-D2B7-0F632D79580A}"/>
              </a:ext>
            </a:extLst>
          </p:cNvPr>
          <p:cNvSpPr>
            <a:spLocks noGrp="1"/>
          </p:cNvSpPr>
          <p:nvPr>
            <p:ph type="pic" sz="quarter" idx="33"/>
          </p:nvPr>
        </p:nvSpPr>
        <p:spPr>
          <a:xfrm>
            <a:off x="6238377" y="3567626"/>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US"/>
              <a:t>Click icon to add picture</a:t>
            </a:r>
            <a:endParaRPr lang="nl-BE"/>
          </a:p>
        </p:txBody>
      </p:sp>
      <p:sp>
        <p:nvSpPr>
          <p:cNvPr id="14" name="Tijdelijke aanduiding voor afbeelding 6">
            <a:extLst>
              <a:ext uri="{FF2B5EF4-FFF2-40B4-BE49-F238E27FC236}">
                <a16:creationId xmlns:a16="http://schemas.microsoft.com/office/drawing/2014/main" id="{D77652ED-617B-8EDE-42AF-72580FCEF9C9}"/>
              </a:ext>
            </a:extLst>
          </p:cNvPr>
          <p:cNvSpPr>
            <a:spLocks noGrp="1"/>
          </p:cNvSpPr>
          <p:nvPr>
            <p:ph type="pic" sz="quarter" idx="34"/>
          </p:nvPr>
        </p:nvSpPr>
        <p:spPr>
          <a:xfrm>
            <a:off x="6238377" y="5123106"/>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US"/>
              <a:t>Click icon to add picture</a:t>
            </a:r>
            <a:endParaRPr lang="nl-BE"/>
          </a:p>
        </p:txBody>
      </p:sp>
      <p:sp>
        <p:nvSpPr>
          <p:cNvPr id="6" name="Tijdelijke aanduiding voor tekst 34">
            <a:extLst>
              <a:ext uri="{FF2B5EF4-FFF2-40B4-BE49-F238E27FC236}">
                <a16:creationId xmlns:a16="http://schemas.microsoft.com/office/drawing/2014/main" id="{CBE807A7-808D-14B4-C3D2-088C5052AE79}"/>
              </a:ext>
            </a:extLst>
          </p:cNvPr>
          <p:cNvSpPr>
            <a:spLocks noGrp="1"/>
          </p:cNvSpPr>
          <p:nvPr>
            <p:ph type="body" sz="quarter" idx="36" hasCustomPrompt="1"/>
          </p:nvPr>
        </p:nvSpPr>
        <p:spPr>
          <a:xfrm>
            <a:off x="2328644" y="2525673"/>
            <a:ext cx="3536351" cy="897951"/>
          </a:xfrm>
          <a:noFill/>
        </p:spPr>
        <p:txBody>
          <a:bodyPr lIns="0" anchor="t">
            <a:normAutofit/>
          </a:bodyPr>
          <a:lstStyle>
            <a:lvl1pPr marL="0" indent="0">
              <a:spcBef>
                <a:spcPts val="0"/>
              </a:spcBef>
              <a:buNone/>
              <a:defRPr lang="nl-NL" sz="1600" b="0" i="0" kern="1200" cap="none" baseline="0" dirty="0" smtClean="0">
                <a:solidFill>
                  <a:schemeClr val="accent3"/>
                </a:solidFill>
                <a:latin typeface="Rubik" pitchFamily="2" charset="-79"/>
                <a:ea typeface="+mn-ea"/>
                <a:cs typeface="Rubik" pitchFamily="2" charset="-79"/>
              </a:defRPr>
            </a:lvl1pPr>
          </a:lstStyle>
          <a:p>
            <a:pPr lvl="0"/>
            <a:r>
              <a:rPr lang="en-GB"/>
              <a:t>Click to edit text</a:t>
            </a:r>
          </a:p>
        </p:txBody>
      </p:sp>
      <p:sp>
        <p:nvSpPr>
          <p:cNvPr id="8" name="Tijdelijke aanduiding voor tekst 34">
            <a:extLst>
              <a:ext uri="{FF2B5EF4-FFF2-40B4-BE49-F238E27FC236}">
                <a16:creationId xmlns:a16="http://schemas.microsoft.com/office/drawing/2014/main" id="{EC74220E-84AA-24E7-8284-F78289AE1B9B}"/>
              </a:ext>
            </a:extLst>
          </p:cNvPr>
          <p:cNvSpPr>
            <a:spLocks noGrp="1"/>
          </p:cNvSpPr>
          <p:nvPr>
            <p:ph type="body" sz="quarter" idx="37" hasCustomPrompt="1"/>
          </p:nvPr>
        </p:nvSpPr>
        <p:spPr>
          <a:xfrm>
            <a:off x="2328644" y="3479486"/>
            <a:ext cx="3536351" cy="570862"/>
          </a:xfrm>
          <a:noFill/>
        </p:spPr>
        <p:txBody>
          <a:bodyPr lIns="0" bIns="0" anchor="b">
            <a:normAutofit/>
          </a:bodyPr>
          <a:lstStyle>
            <a:lvl1pPr marL="0" indent="0">
              <a:spcBef>
                <a:spcPts val="0"/>
              </a:spcBef>
              <a:buNone/>
              <a:defRPr lang="nl-NL" sz="1800" b="1" i="0" kern="1200" cap="none" baseline="0" dirty="0" smtClean="0">
                <a:solidFill>
                  <a:schemeClr val="accent1"/>
                </a:solidFill>
                <a:latin typeface="Rubik" pitchFamily="2" charset="-79"/>
                <a:ea typeface="+mn-ea"/>
                <a:cs typeface="Rubik" pitchFamily="2" charset="-79"/>
              </a:defRPr>
            </a:lvl1pPr>
          </a:lstStyle>
          <a:p>
            <a:pPr lvl="0"/>
            <a:r>
              <a:rPr lang="en-GB"/>
              <a:t>Click to edit title</a:t>
            </a:r>
          </a:p>
        </p:txBody>
      </p:sp>
      <p:sp>
        <p:nvSpPr>
          <p:cNvPr id="15" name="Tijdelijke aanduiding voor tekst 34">
            <a:extLst>
              <a:ext uri="{FF2B5EF4-FFF2-40B4-BE49-F238E27FC236}">
                <a16:creationId xmlns:a16="http://schemas.microsoft.com/office/drawing/2014/main" id="{61ABBAEC-F0F0-5DFF-68BD-B31612A859D3}"/>
              </a:ext>
            </a:extLst>
          </p:cNvPr>
          <p:cNvSpPr>
            <a:spLocks noGrp="1"/>
          </p:cNvSpPr>
          <p:nvPr>
            <p:ph type="body" sz="quarter" idx="38" hasCustomPrompt="1"/>
          </p:nvPr>
        </p:nvSpPr>
        <p:spPr>
          <a:xfrm>
            <a:off x="2328644" y="4106210"/>
            <a:ext cx="3536351" cy="869568"/>
          </a:xfrm>
          <a:noFill/>
        </p:spPr>
        <p:txBody>
          <a:bodyPr lIns="0" anchor="t">
            <a:normAutofit/>
          </a:bodyPr>
          <a:lstStyle>
            <a:lvl1pPr marL="0" indent="0">
              <a:spcBef>
                <a:spcPts val="0"/>
              </a:spcBef>
              <a:buNone/>
              <a:defRPr lang="nl-NL" sz="1600" b="0" i="0" kern="1200" cap="none" baseline="0" dirty="0" smtClean="0">
                <a:solidFill>
                  <a:schemeClr val="accent3"/>
                </a:solidFill>
                <a:latin typeface="Rubik" pitchFamily="2" charset="-79"/>
                <a:ea typeface="+mn-ea"/>
                <a:cs typeface="Rubik" pitchFamily="2" charset="-79"/>
              </a:defRPr>
            </a:lvl1pPr>
          </a:lstStyle>
          <a:p>
            <a:pPr lvl="0"/>
            <a:r>
              <a:rPr lang="en-GB"/>
              <a:t>Click to edit text</a:t>
            </a:r>
          </a:p>
        </p:txBody>
      </p:sp>
      <p:sp>
        <p:nvSpPr>
          <p:cNvPr id="17" name="Tijdelijke aanduiding voor tekst 34">
            <a:extLst>
              <a:ext uri="{FF2B5EF4-FFF2-40B4-BE49-F238E27FC236}">
                <a16:creationId xmlns:a16="http://schemas.microsoft.com/office/drawing/2014/main" id="{77F9B27B-7228-0D04-96AA-BE28B1730156}"/>
              </a:ext>
            </a:extLst>
          </p:cNvPr>
          <p:cNvSpPr>
            <a:spLocks noGrp="1"/>
          </p:cNvSpPr>
          <p:nvPr>
            <p:ph type="body" sz="quarter" idx="39" hasCustomPrompt="1"/>
          </p:nvPr>
        </p:nvSpPr>
        <p:spPr>
          <a:xfrm>
            <a:off x="2328644" y="5013091"/>
            <a:ext cx="3536351" cy="570862"/>
          </a:xfrm>
          <a:noFill/>
        </p:spPr>
        <p:txBody>
          <a:bodyPr lIns="0" bIns="0" anchor="b">
            <a:normAutofit/>
          </a:bodyPr>
          <a:lstStyle>
            <a:lvl1pPr marL="0" indent="0">
              <a:spcBef>
                <a:spcPts val="0"/>
              </a:spcBef>
              <a:buNone/>
              <a:defRPr lang="nl-NL" sz="1800" b="1" i="0" kern="1200" cap="none" baseline="0" dirty="0" smtClean="0">
                <a:solidFill>
                  <a:schemeClr val="accent1"/>
                </a:solidFill>
                <a:latin typeface="Rubik" pitchFamily="2" charset="-79"/>
                <a:ea typeface="+mn-ea"/>
                <a:cs typeface="Rubik" pitchFamily="2" charset="-79"/>
              </a:defRPr>
            </a:lvl1pPr>
          </a:lstStyle>
          <a:p>
            <a:pPr lvl="0"/>
            <a:r>
              <a:rPr lang="en-GB"/>
              <a:t>Click to edit title</a:t>
            </a:r>
          </a:p>
        </p:txBody>
      </p:sp>
      <p:sp>
        <p:nvSpPr>
          <p:cNvPr id="19" name="Tijdelijke aanduiding voor tekst 34">
            <a:extLst>
              <a:ext uri="{FF2B5EF4-FFF2-40B4-BE49-F238E27FC236}">
                <a16:creationId xmlns:a16="http://schemas.microsoft.com/office/drawing/2014/main" id="{DE225EAC-9635-DE0B-5F49-4876DC6C2A43}"/>
              </a:ext>
            </a:extLst>
          </p:cNvPr>
          <p:cNvSpPr>
            <a:spLocks noGrp="1"/>
          </p:cNvSpPr>
          <p:nvPr>
            <p:ph type="body" sz="quarter" idx="40" hasCustomPrompt="1"/>
          </p:nvPr>
        </p:nvSpPr>
        <p:spPr>
          <a:xfrm>
            <a:off x="2328644" y="5639815"/>
            <a:ext cx="3536351" cy="869568"/>
          </a:xfrm>
          <a:noFill/>
        </p:spPr>
        <p:txBody>
          <a:bodyPr lIns="0" anchor="t">
            <a:normAutofit/>
          </a:bodyPr>
          <a:lstStyle>
            <a:lvl1pPr marL="0" indent="0">
              <a:spcBef>
                <a:spcPts val="0"/>
              </a:spcBef>
              <a:buNone/>
              <a:defRPr lang="nl-NL" sz="1600" b="0" i="0" kern="1200" cap="none" baseline="0" dirty="0" smtClean="0">
                <a:solidFill>
                  <a:schemeClr val="accent3"/>
                </a:solidFill>
                <a:latin typeface="Rubik" pitchFamily="2" charset="-79"/>
                <a:ea typeface="+mn-ea"/>
                <a:cs typeface="Rubik" pitchFamily="2" charset="-79"/>
              </a:defRPr>
            </a:lvl1pPr>
          </a:lstStyle>
          <a:p>
            <a:pPr lvl="0"/>
            <a:r>
              <a:rPr lang="en-GB"/>
              <a:t>Click to edit text</a:t>
            </a:r>
          </a:p>
        </p:txBody>
      </p:sp>
      <p:sp>
        <p:nvSpPr>
          <p:cNvPr id="20" name="Tijdelijke aanduiding voor tekst 34">
            <a:extLst>
              <a:ext uri="{FF2B5EF4-FFF2-40B4-BE49-F238E27FC236}">
                <a16:creationId xmlns:a16="http://schemas.microsoft.com/office/drawing/2014/main" id="{EB31B9EF-2217-6B84-E138-3015BB0E82ED}"/>
              </a:ext>
            </a:extLst>
          </p:cNvPr>
          <p:cNvSpPr>
            <a:spLocks noGrp="1"/>
          </p:cNvSpPr>
          <p:nvPr>
            <p:ph type="body" sz="quarter" idx="41" hasCustomPrompt="1"/>
          </p:nvPr>
        </p:nvSpPr>
        <p:spPr>
          <a:xfrm>
            <a:off x="7371548" y="1884530"/>
            <a:ext cx="3536351" cy="570862"/>
          </a:xfrm>
          <a:noFill/>
        </p:spPr>
        <p:txBody>
          <a:bodyPr lIns="0" bIns="0" anchor="b">
            <a:normAutofit/>
          </a:bodyPr>
          <a:lstStyle>
            <a:lvl1pPr marL="0" indent="0">
              <a:spcBef>
                <a:spcPts val="0"/>
              </a:spcBef>
              <a:buNone/>
              <a:defRPr lang="nl-NL" sz="1800" b="1" i="0" kern="1200" cap="none" baseline="0" dirty="0" smtClean="0">
                <a:solidFill>
                  <a:schemeClr val="accent1"/>
                </a:solidFill>
                <a:latin typeface="Rubik" pitchFamily="2" charset="-79"/>
                <a:ea typeface="+mn-ea"/>
                <a:cs typeface="Rubik" pitchFamily="2" charset="-79"/>
              </a:defRPr>
            </a:lvl1pPr>
          </a:lstStyle>
          <a:p>
            <a:pPr lvl="0"/>
            <a:r>
              <a:rPr lang="en-GB"/>
              <a:t>Click to edit title</a:t>
            </a:r>
          </a:p>
        </p:txBody>
      </p:sp>
      <p:sp>
        <p:nvSpPr>
          <p:cNvPr id="21" name="Tijdelijke aanduiding voor tekst 34">
            <a:extLst>
              <a:ext uri="{FF2B5EF4-FFF2-40B4-BE49-F238E27FC236}">
                <a16:creationId xmlns:a16="http://schemas.microsoft.com/office/drawing/2014/main" id="{6B67B35F-406B-9653-F77E-26256E1649B9}"/>
              </a:ext>
            </a:extLst>
          </p:cNvPr>
          <p:cNvSpPr>
            <a:spLocks noGrp="1"/>
          </p:cNvSpPr>
          <p:nvPr>
            <p:ph type="body" sz="quarter" idx="42" hasCustomPrompt="1"/>
          </p:nvPr>
        </p:nvSpPr>
        <p:spPr>
          <a:xfrm>
            <a:off x="7371548" y="2525673"/>
            <a:ext cx="3536351" cy="897951"/>
          </a:xfrm>
          <a:noFill/>
        </p:spPr>
        <p:txBody>
          <a:bodyPr lIns="0" anchor="t">
            <a:normAutofit/>
          </a:bodyPr>
          <a:lstStyle>
            <a:lvl1pPr marL="0" indent="0">
              <a:spcBef>
                <a:spcPts val="0"/>
              </a:spcBef>
              <a:buNone/>
              <a:defRPr lang="nl-NL" sz="1600" b="0" i="0" kern="1200" cap="none" baseline="0" dirty="0" smtClean="0">
                <a:solidFill>
                  <a:schemeClr val="accent3"/>
                </a:solidFill>
                <a:latin typeface="Rubik" pitchFamily="2" charset="-79"/>
                <a:ea typeface="+mn-ea"/>
                <a:cs typeface="Rubik" pitchFamily="2" charset="-79"/>
              </a:defRPr>
            </a:lvl1pPr>
          </a:lstStyle>
          <a:p>
            <a:pPr lvl="0"/>
            <a:r>
              <a:rPr lang="en-GB"/>
              <a:t>Click to edit text</a:t>
            </a:r>
          </a:p>
        </p:txBody>
      </p:sp>
      <p:sp>
        <p:nvSpPr>
          <p:cNvPr id="22" name="Tijdelijke aanduiding voor tekst 34">
            <a:extLst>
              <a:ext uri="{FF2B5EF4-FFF2-40B4-BE49-F238E27FC236}">
                <a16:creationId xmlns:a16="http://schemas.microsoft.com/office/drawing/2014/main" id="{EE8D3A20-6075-4232-C163-B703399ABED9}"/>
              </a:ext>
            </a:extLst>
          </p:cNvPr>
          <p:cNvSpPr>
            <a:spLocks noGrp="1"/>
          </p:cNvSpPr>
          <p:nvPr>
            <p:ph type="body" sz="quarter" idx="43" hasCustomPrompt="1"/>
          </p:nvPr>
        </p:nvSpPr>
        <p:spPr>
          <a:xfrm>
            <a:off x="7371548" y="3479486"/>
            <a:ext cx="3536351" cy="570862"/>
          </a:xfrm>
          <a:noFill/>
        </p:spPr>
        <p:txBody>
          <a:bodyPr lIns="0" bIns="0" anchor="b">
            <a:normAutofit/>
          </a:bodyPr>
          <a:lstStyle>
            <a:lvl1pPr marL="0" indent="0">
              <a:spcBef>
                <a:spcPts val="0"/>
              </a:spcBef>
              <a:buNone/>
              <a:defRPr lang="nl-NL" sz="1800" b="1" i="0" kern="1200" cap="none" baseline="0" dirty="0" smtClean="0">
                <a:solidFill>
                  <a:schemeClr val="accent1"/>
                </a:solidFill>
                <a:latin typeface="Rubik" pitchFamily="2" charset="-79"/>
                <a:ea typeface="+mn-ea"/>
                <a:cs typeface="Rubik" pitchFamily="2" charset="-79"/>
              </a:defRPr>
            </a:lvl1pPr>
          </a:lstStyle>
          <a:p>
            <a:pPr lvl="0"/>
            <a:r>
              <a:rPr lang="en-GB"/>
              <a:t>Click to edit title</a:t>
            </a:r>
          </a:p>
        </p:txBody>
      </p:sp>
      <p:sp>
        <p:nvSpPr>
          <p:cNvPr id="23" name="Tijdelijke aanduiding voor tekst 34">
            <a:extLst>
              <a:ext uri="{FF2B5EF4-FFF2-40B4-BE49-F238E27FC236}">
                <a16:creationId xmlns:a16="http://schemas.microsoft.com/office/drawing/2014/main" id="{709FF229-A090-BFD9-1760-4FA93FF05199}"/>
              </a:ext>
            </a:extLst>
          </p:cNvPr>
          <p:cNvSpPr>
            <a:spLocks noGrp="1"/>
          </p:cNvSpPr>
          <p:nvPr>
            <p:ph type="body" sz="quarter" idx="44" hasCustomPrompt="1"/>
          </p:nvPr>
        </p:nvSpPr>
        <p:spPr>
          <a:xfrm>
            <a:off x="7371548" y="4106210"/>
            <a:ext cx="3536351" cy="869568"/>
          </a:xfrm>
          <a:noFill/>
        </p:spPr>
        <p:txBody>
          <a:bodyPr lIns="0" anchor="t">
            <a:normAutofit/>
          </a:bodyPr>
          <a:lstStyle>
            <a:lvl1pPr marL="0" indent="0">
              <a:spcBef>
                <a:spcPts val="0"/>
              </a:spcBef>
              <a:buNone/>
              <a:defRPr lang="nl-NL" sz="1600" b="0" i="0" kern="1200" cap="none" baseline="0" dirty="0" smtClean="0">
                <a:solidFill>
                  <a:schemeClr val="accent3"/>
                </a:solidFill>
                <a:latin typeface="Rubik" pitchFamily="2" charset="-79"/>
                <a:ea typeface="+mn-ea"/>
                <a:cs typeface="Rubik" pitchFamily="2" charset="-79"/>
              </a:defRPr>
            </a:lvl1pPr>
          </a:lstStyle>
          <a:p>
            <a:pPr lvl="0"/>
            <a:r>
              <a:rPr lang="en-GB"/>
              <a:t>Click to edit text</a:t>
            </a:r>
          </a:p>
        </p:txBody>
      </p:sp>
      <p:sp>
        <p:nvSpPr>
          <p:cNvPr id="24" name="Tijdelijke aanduiding voor tekst 34">
            <a:extLst>
              <a:ext uri="{FF2B5EF4-FFF2-40B4-BE49-F238E27FC236}">
                <a16:creationId xmlns:a16="http://schemas.microsoft.com/office/drawing/2014/main" id="{C08F65BA-9EBC-F63C-91FA-DD6C23658F04}"/>
              </a:ext>
            </a:extLst>
          </p:cNvPr>
          <p:cNvSpPr>
            <a:spLocks noGrp="1"/>
          </p:cNvSpPr>
          <p:nvPr>
            <p:ph type="body" sz="quarter" idx="45" hasCustomPrompt="1"/>
          </p:nvPr>
        </p:nvSpPr>
        <p:spPr>
          <a:xfrm>
            <a:off x="7371548" y="5013091"/>
            <a:ext cx="3536351" cy="570862"/>
          </a:xfrm>
          <a:noFill/>
        </p:spPr>
        <p:txBody>
          <a:bodyPr lIns="0" bIns="0" anchor="b">
            <a:normAutofit/>
          </a:bodyPr>
          <a:lstStyle>
            <a:lvl1pPr marL="0" indent="0">
              <a:spcBef>
                <a:spcPts val="0"/>
              </a:spcBef>
              <a:buNone/>
              <a:defRPr lang="nl-NL" sz="1800" b="1" i="0" kern="1200" cap="none" baseline="0" dirty="0" smtClean="0">
                <a:solidFill>
                  <a:schemeClr val="accent1"/>
                </a:solidFill>
                <a:latin typeface="Rubik" pitchFamily="2" charset="-79"/>
                <a:ea typeface="+mn-ea"/>
                <a:cs typeface="Rubik" pitchFamily="2" charset="-79"/>
              </a:defRPr>
            </a:lvl1pPr>
          </a:lstStyle>
          <a:p>
            <a:pPr lvl="0"/>
            <a:r>
              <a:rPr lang="en-GB"/>
              <a:t>Click to edit title</a:t>
            </a:r>
          </a:p>
        </p:txBody>
      </p:sp>
      <p:sp>
        <p:nvSpPr>
          <p:cNvPr id="25" name="Tijdelijke aanduiding voor tekst 34">
            <a:extLst>
              <a:ext uri="{FF2B5EF4-FFF2-40B4-BE49-F238E27FC236}">
                <a16:creationId xmlns:a16="http://schemas.microsoft.com/office/drawing/2014/main" id="{3468FA23-1376-27CC-EC57-F1520452B67F}"/>
              </a:ext>
            </a:extLst>
          </p:cNvPr>
          <p:cNvSpPr>
            <a:spLocks noGrp="1"/>
          </p:cNvSpPr>
          <p:nvPr>
            <p:ph type="body" sz="quarter" idx="46" hasCustomPrompt="1"/>
          </p:nvPr>
        </p:nvSpPr>
        <p:spPr>
          <a:xfrm>
            <a:off x="7371548" y="5639815"/>
            <a:ext cx="3536351" cy="869568"/>
          </a:xfrm>
          <a:noFill/>
        </p:spPr>
        <p:txBody>
          <a:bodyPr lIns="0" anchor="t">
            <a:normAutofit/>
          </a:bodyPr>
          <a:lstStyle>
            <a:lvl1pPr marL="0" indent="0">
              <a:spcBef>
                <a:spcPts val="0"/>
              </a:spcBef>
              <a:buNone/>
              <a:defRPr lang="nl-NL" sz="1600" b="0" i="0" kern="1200" cap="none" baseline="0" dirty="0" smtClean="0">
                <a:solidFill>
                  <a:schemeClr val="accent3"/>
                </a:solidFill>
                <a:latin typeface="Rubik" pitchFamily="2" charset="-79"/>
                <a:ea typeface="+mn-ea"/>
                <a:cs typeface="Rubik" pitchFamily="2" charset="-79"/>
              </a:defRPr>
            </a:lvl1pPr>
          </a:lstStyle>
          <a:p>
            <a:pPr lvl="0"/>
            <a:r>
              <a:rPr lang="en-GB"/>
              <a:t>Click to edit text</a:t>
            </a:r>
          </a:p>
        </p:txBody>
      </p:sp>
      <p:sp>
        <p:nvSpPr>
          <p:cNvPr id="2" name="Titel 24">
            <a:extLst>
              <a:ext uri="{FF2B5EF4-FFF2-40B4-BE49-F238E27FC236}">
                <a16:creationId xmlns:a16="http://schemas.microsoft.com/office/drawing/2014/main" id="{84445044-F6CC-2340-572B-387D182B0E6F}"/>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29" name="Tekstvak 28">
            <a:extLst>
              <a:ext uri="{FF2B5EF4-FFF2-40B4-BE49-F238E27FC236}">
                <a16:creationId xmlns:a16="http://schemas.microsoft.com/office/drawing/2014/main" id="{38B244FB-CC29-36C6-353B-987CD0C6E3B0}"/>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Tree>
    <p:extLst>
      <p:ext uri="{BB962C8B-B14F-4D97-AF65-F5344CB8AC3E}">
        <p14:creationId xmlns:p14="http://schemas.microsoft.com/office/powerpoint/2010/main" val="807019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title">
    <p:bg>
      <p:bgPr>
        <a:solidFill>
          <a:schemeClr val="bg1"/>
        </a:solidFill>
        <a:effectLst/>
      </p:bgPr>
    </p:bg>
    <p:spTree>
      <p:nvGrpSpPr>
        <p:cNvPr id="1" name=""/>
        <p:cNvGrpSpPr/>
        <p:nvPr/>
      </p:nvGrpSpPr>
      <p:grpSpPr>
        <a:xfrm>
          <a:off x="0" y="0"/>
          <a:ext cx="0" cy="0"/>
          <a:chOff x="0" y="0"/>
          <a:chExt cx="0" cy="0"/>
        </a:xfrm>
      </p:grpSpPr>
      <p:sp>
        <p:nvSpPr>
          <p:cNvPr id="7" name="Titel 89">
            <a:extLst>
              <a:ext uri="{FF2B5EF4-FFF2-40B4-BE49-F238E27FC236}">
                <a16:creationId xmlns:a16="http://schemas.microsoft.com/office/drawing/2014/main" id="{6809C03C-FE92-664E-3300-D7DF70056B08}"/>
              </a:ext>
            </a:extLst>
          </p:cNvPr>
          <p:cNvSpPr>
            <a:spLocks noGrp="1"/>
          </p:cNvSpPr>
          <p:nvPr>
            <p:ph type="title" hasCustomPrompt="1"/>
          </p:nvPr>
        </p:nvSpPr>
        <p:spPr>
          <a:xfrm>
            <a:off x="6246018" y="2672621"/>
            <a:ext cx="5150708" cy="2598234"/>
          </a:xfrm>
        </p:spPr>
        <p:txBody>
          <a:bodyPr lIns="0" bIns="0" anchor="t">
            <a:normAutofit/>
          </a:bodyPr>
          <a:lstStyle>
            <a:lvl1pPr>
              <a:defRPr sz="4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chapter</a:t>
            </a:r>
            <a:r>
              <a:rPr lang="nl-NL"/>
              <a:t> </a:t>
            </a:r>
            <a:r>
              <a:rPr lang="nl-NL" err="1"/>
              <a:t>title</a:t>
            </a:r>
            <a:endParaRPr lang="nl-BE"/>
          </a:p>
        </p:txBody>
      </p:sp>
      <p:sp>
        <p:nvSpPr>
          <p:cNvPr id="9" name="Tijdelijke aanduiding voor afbeelding 6">
            <a:extLst>
              <a:ext uri="{FF2B5EF4-FFF2-40B4-BE49-F238E27FC236}">
                <a16:creationId xmlns:a16="http://schemas.microsoft.com/office/drawing/2014/main" id="{EFCE549F-DD26-0EAE-E371-C7054088896F}"/>
              </a:ext>
            </a:extLst>
          </p:cNvPr>
          <p:cNvSpPr>
            <a:spLocks noGrp="1"/>
          </p:cNvSpPr>
          <p:nvPr>
            <p:ph type="pic" sz="quarter" idx="16" hasCustomPrompt="1"/>
          </p:nvPr>
        </p:nvSpPr>
        <p:spPr>
          <a:xfrm>
            <a:off x="1122494" y="1173079"/>
            <a:ext cx="4472829" cy="451184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p:spPr>
        <p:txBody>
          <a:bodyPr wrap="square">
            <a:noAutofit/>
          </a:bodyPr>
          <a:lstStyle>
            <a:lvl1pPr marL="0" indent="0" algn="ctr">
              <a:buNone/>
              <a:defRPr sz="1200"/>
            </a:lvl1pPr>
          </a:lstStyle>
          <a:p>
            <a:r>
              <a:rPr lang="en-GB"/>
              <a:t>Click icon </a:t>
            </a:r>
            <a:br>
              <a:rPr lang="en-GB"/>
            </a:br>
            <a:r>
              <a:rPr lang="en-GB"/>
              <a:t>to add picture</a:t>
            </a:r>
            <a:endParaRPr lang="nl-BE"/>
          </a:p>
        </p:txBody>
      </p:sp>
      <p:pic>
        <p:nvPicPr>
          <p:cNvPr id="4" name="Graphic 3">
            <a:extLst>
              <a:ext uri="{FF2B5EF4-FFF2-40B4-BE49-F238E27FC236}">
                <a16:creationId xmlns:a16="http://schemas.microsoft.com/office/drawing/2014/main" id="{A5233003-A741-46FD-3021-902D3605052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3" name="Tekstvak 2">
            <a:extLst>
              <a:ext uri="{FF2B5EF4-FFF2-40B4-BE49-F238E27FC236}">
                <a16:creationId xmlns:a16="http://schemas.microsoft.com/office/drawing/2014/main" id="{E2A390C0-7101-39F2-C75B-D32F1B493CC5}"/>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5" name="Tekstvak 4">
            <a:extLst>
              <a:ext uri="{FF2B5EF4-FFF2-40B4-BE49-F238E27FC236}">
                <a16:creationId xmlns:a16="http://schemas.microsoft.com/office/drawing/2014/main" id="{87783FA2-ED4F-159F-89AD-1E8333F20406}"/>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8" name="Tijdelijke aanduiding voor dianummer 2">
            <a:extLst>
              <a:ext uri="{FF2B5EF4-FFF2-40B4-BE49-F238E27FC236}">
                <a16:creationId xmlns:a16="http://schemas.microsoft.com/office/drawing/2014/main" id="{F3D078B2-A350-0AA1-E9B3-94308BDDF21B}"/>
              </a:ext>
            </a:extLst>
          </p:cNvPr>
          <p:cNvSpPr>
            <a:spLocks noGrp="1"/>
          </p:cNvSpPr>
          <p:nvPr>
            <p:ph type="sldNum" sz="quarter" idx="27"/>
          </p:nvPr>
        </p:nvSpPr>
        <p:spPr>
          <a:xfrm>
            <a:off x="11020070" y="6401635"/>
            <a:ext cx="982162" cy="365125"/>
          </a:xfrm>
        </p:spPr>
        <p:txBody>
          <a:bodyPr/>
          <a:lstStyle>
            <a:lvl1pPr>
              <a:defRPr>
                <a:solidFill>
                  <a:schemeClr val="accent2"/>
                </a:solidFill>
              </a:defRPr>
            </a:lvl1pPr>
          </a:lstStyle>
          <a:p>
            <a:fld id="{AEF0F8F7-32FC-4374-ABF8-A7E9888C7A79}" type="slidenum">
              <a:rPr lang="nl-NL" smtClean="0"/>
              <a:pPr/>
              <a:t>‹#›</a:t>
            </a:fld>
            <a:endParaRPr lang="nl-NL"/>
          </a:p>
        </p:txBody>
      </p:sp>
      <p:pic>
        <p:nvPicPr>
          <p:cNvPr id="10" name="Graphic 9">
            <a:extLst>
              <a:ext uri="{FF2B5EF4-FFF2-40B4-BE49-F238E27FC236}">
                <a16:creationId xmlns:a16="http://schemas.microsoft.com/office/drawing/2014/main" id="{C8220B0C-DAFC-83A2-EB77-F92A23A47E0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20615" y="1587145"/>
            <a:ext cx="938496" cy="938496"/>
          </a:xfrm>
          <a:prstGeom prst="rect">
            <a:avLst/>
          </a:prstGeom>
        </p:spPr>
      </p:pic>
    </p:spTree>
    <p:extLst>
      <p:ext uri="{BB962C8B-B14F-4D97-AF65-F5344CB8AC3E}">
        <p14:creationId xmlns:p14="http://schemas.microsoft.com/office/powerpoint/2010/main" val="2169563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apter title">
    <p:bg>
      <p:bgPr>
        <a:solidFill>
          <a:schemeClr val="accent1"/>
        </a:solidFill>
        <a:effectLst/>
      </p:bgPr>
    </p:bg>
    <p:spTree>
      <p:nvGrpSpPr>
        <p:cNvPr id="1" name=""/>
        <p:cNvGrpSpPr/>
        <p:nvPr/>
      </p:nvGrpSpPr>
      <p:grpSpPr>
        <a:xfrm>
          <a:off x="0" y="0"/>
          <a:ext cx="0" cy="0"/>
          <a:chOff x="0" y="0"/>
          <a:chExt cx="0" cy="0"/>
        </a:xfrm>
      </p:grpSpPr>
      <p:sp>
        <p:nvSpPr>
          <p:cNvPr id="7" name="Titel 89">
            <a:extLst>
              <a:ext uri="{FF2B5EF4-FFF2-40B4-BE49-F238E27FC236}">
                <a16:creationId xmlns:a16="http://schemas.microsoft.com/office/drawing/2014/main" id="{6809C03C-FE92-664E-3300-D7DF70056B08}"/>
              </a:ext>
            </a:extLst>
          </p:cNvPr>
          <p:cNvSpPr>
            <a:spLocks noGrp="1"/>
          </p:cNvSpPr>
          <p:nvPr>
            <p:ph type="title" hasCustomPrompt="1"/>
          </p:nvPr>
        </p:nvSpPr>
        <p:spPr>
          <a:xfrm>
            <a:off x="6246018" y="2672621"/>
            <a:ext cx="5150708" cy="2598234"/>
          </a:xfrm>
        </p:spPr>
        <p:txBody>
          <a:bodyPr lIns="0" bIns="0" anchor="t">
            <a:normAutofit/>
          </a:bodyPr>
          <a:lstStyle>
            <a:lvl1pPr>
              <a:defRPr sz="4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chapter</a:t>
            </a:r>
            <a:r>
              <a:rPr lang="nl-NL"/>
              <a:t> </a:t>
            </a:r>
            <a:r>
              <a:rPr lang="nl-NL" err="1"/>
              <a:t>title</a:t>
            </a:r>
            <a:endParaRPr lang="nl-BE"/>
          </a:p>
        </p:txBody>
      </p:sp>
      <p:sp>
        <p:nvSpPr>
          <p:cNvPr id="9" name="Tijdelijke aanduiding voor afbeelding 6">
            <a:extLst>
              <a:ext uri="{FF2B5EF4-FFF2-40B4-BE49-F238E27FC236}">
                <a16:creationId xmlns:a16="http://schemas.microsoft.com/office/drawing/2014/main" id="{EFCE549F-DD26-0EAE-E371-C7054088896F}"/>
              </a:ext>
            </a:extLst>
          </p:cNvPr>
          <p:cNvSpPr>
            <a:spLocks noGrp="1"/>
          </p:cNvSpPr>
          <p:nvPr>
            <p:ph type="pic" sz="quarter" idx="16" hasCustomPrompt="1"/>
          </p:nvPr>
        </p:nvSpPr>
        <p:spPr>
          <a:xfrm>
            <a:off x="1122494" y="1173079"/>
            <a:ext cx="4472829" cy="451184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p:spPr>
        <p:txBody>
          <a:bodyPr wrap="square">
            <a:noAutofit/>
          </a:bodyPr>
          <a:lstStyle>
            <a:lvl1pPr marL="0" indent="0" algn="ctr">
              <a:buNone/>
              <a:defRPr sz="1200"/>
            </a:lvl1pPr>
          </a:lstStyle>
          <a:p>
            <a:r>
              <a:rPr lang="en-GB"/>
              <a:t>Click icon </a:t>
            </a:r>
            <a:br>
              <a:rPr lang="en-GB"/>
            </a:br>
            <a:r>
              <a:rPr lang="en-GB"/>
              <a:t>to add picture</a:t>
            </a:r>
            <a:endParaRPr lang="nl-BE"/>
          </a:p>
        </p:txBody>
      </p:sp>
      <p:pic>
        <p:nvPicPr>
          <p:cNvPr id="4" name="Graphic 3">
            <a:extLst>
              <a:ext uri="{FF2B5EF4-FFF2-40B4-BE49-F238E27FC236}">
                <a16:creationId xmlns:a16="http://schemas.microsoft.com/office/drawing/2014/main" id="{A5233003-A741-46FD-3021-902D3605052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3" name="Tekstvak 2">
            <a:extLst>
              <a:ext uri="{FF2B5EF4-FFF2-40B4-BE49-F238E27FC236}">
                <a16:creationId xmlns:a16="http://schemas.microsoft.com/office/drawing/2014/main" id="{E2A390C0-7101-39F2-C75B-D32F1B493CC5}"/>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5" name="Tekstvak 4">
            <a:extLst>
              <a:ext uri="{FF2B5EF4-FFF2-40B4-BE49-F238E27FC236}">
                <a16:creationId xmlns:a16="http://schemas.microsoft.com/office/drawing/2014/main" id="{87783FA2-ED4F-159F-89AD-1E8333F20406}"/>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8" name="Tijdelijke aanduiding voor dianummer 2">
            <a:extLst>
              <a:ext uri="{FF2B5EF4-FFF2-40B4-BE49-F238E27FC236}">
                <a16:creationId xmlns:a16="http://schemas.microsoft.com/office/drawing/2014/main" id="{F3D078B2-A350-0AA1-E9B3-94308BDDF21B}"/>
              </a:ext>
            </a:extLst>
          </p:cNvPr>
          <p:cNvSpPr>
            <a:spLocks noGrp="1"/>
          </p:cNvSpPr>
          <p:nvPr>
            <p:ph type="sldNum" sz="quarter" idx="27"/>
          </p:nvPr>
        </p:nvSpPr>
        <p:spPr>
          <a:xfrm>
            <a:off x="11020070" y="6401635"/>
            <a:ext cx="982162" cy="365125"/>
          </a:xfrm>
        </p:spPr>
        <p:txBody>
          <a:bodyPr/>
          <a:lstStyle>
            <a:lvl1pPr>
              <a:defRPr>
                <a:solidFill>
                  <a:schemeClr val="accent2"/>
                </a:solidFill>
              </a:defRPr>
            </a:lvl1pPr>
          </a:lstStyle>
          <a:p>
            <a:fld id="{AEF0F8F7-32FC-4374-ABF8-A7E9888C7A79}" type="slidenum">
              <a:rPr lang="nl-NL" smtClean="0"/>
              <a:pPr/>
              <a:t>‹#›</a:t>
            </a:fld>
            <a:endParaRPr lang="nl-NL"/>
          </a:p>
        </p:txBody>
      </p:sp>
      <p:pic>
        <p:nvPicPr>
          <p:cNvPr id="10" name="Graphic 9">
            <a:extLst>
              <a:ext uri="{FF2B5EF4-FFF2-40B4-BE49-F238E27FC236}">
                <a16:creationId xmlns:a16="http://schemas.microsoft.com/office/drawing/2014/main" id="{C8220B0C-DAFC-83A2-EB77-F92A23A47E0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20615" y="1587145"/>
            <a:ext cx="938496" cy="938496"/>
          </a:xfrm>
          <a:prstGeom prst="rect">
            <a:avLst/>
          </a:prstGeom>
        </p:spPr>
      </p:pic>
    </p:spTree>
    <p:extLst>
      <p:ext uri="{BB962C8B-B14F-4D97-AF65-F5344CB8AC3E}">
        <p14:creationId xmlns:p14="http://schemas.microsoft.com/office/powerpoint/2010/main" val="1532160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title + infographic">
    <p:bg>
      <p:bgPr>
        <a:solidFill>
          <a:schemeClr val="bg2"/>
        </a:solidFill>
        <a:effectLst/>
      </p:bgPr>
    </p:bg>
    <p:spTree>
      <p:nvGrpSpPr>
        <p:cNvPr id="1" name=""/>
        <p:cNvGrpSpPr/>
        <p:nvPr/>
      </p:nvGrpSpPr>
      <p:grpSpPr>
        <a:xfrm>
          <a:off x="0" y="0"/>
          <a:ext cx="0" cy="0"/>
          <a:chOff x="0" y="0"/>
          <a:chExt cx="0" cy="0"/>
        </a:xfrm>
      </p:grpSpPr>
      <p:sp>
        <p:nvSpPr>
          <p:cNvPr id="18" name="Graphic 16">
            <a:extLst>
              <a:ext uri="{FF2B5EF4-FFF2-40B4-BE49-F238E27FC236}">
                <a16:creationId xmlns:a16="http://schemas.microsoft.com/office/drawing/2014/main" id="{968C7EC8-E273-11A6-09A4-CB522D89393D}"/>
              </a:ext>
            </a:extLst>
          </p:cNvPr>
          <p:cNvSpPr/>
          <p:nvPr/>
        </p:nvSpPr>
        <p:spPr>
          <a:xfrm>
            <a:off x="0" y="0"/>
            <a:ext cx="6127745" cy="6858000"/>
          </a:xfrm>
          <a:custGeom>
            <a:avLst/>
            <a:gdLst>
              <a:gd name="csX0" fmla="*/ 4962240 w 6127745"/>
              <a:gd name="csY0" fmla="*/ 0 h 6858000"/>
              <a:gd name="csX1" fmla="*/ 6108916 w 6127745"/>
              <a:gd name="csY1" fmla="*/ 2943949 h 6858000"/>
              <a:gd name="csX2" fmla="*/ 5171212 w 6127745"/>
              <a:gd name="csY2" fmla="*/ 6626733 h 6858000"/>
              <a:gd name="csX3" fmla="*/ 4919491 w 6127745"/>
              <a:gd name="csY3" fmla="*/ 6858000 h 6858000"/>
              <a:gd name="csX4" fmla="*/ 0 w 6127745"/>
              <a:gd name="csY4" fmla="*/ 6858000 h 6858000"/>
              <a:gd name="csX5" fmla="*/ 0 w 6127745"/>
              <a:gd name="csY5" fmla="*/ 0 h 6858000"/>
              <a:gd name="csX6" fmla="*/ 4962240 w 6127745"/>
              <a:gd name="csY6" fmla="*/ 0 h 685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127745" h="6858000">
                <a:moveTo>
                  <a:pt x="4962240" y="0"/>
                </a:moveTo>
                <a:cubicBezTo>
                  <a:pt x="5815026" y="705434"/>
                  <a:pt x="6062955" y="1940998"/>
                  <a:pt x="6108916" y="2943949"/>
                </a:cubicBezTo>
                <a:cubicBezTo>
                  <a:pt x="6211367" y="4631824"/>
                  <a:pt x="5895328" y="5870410"/>
                  <a:pt x="5171212" y="6626733"/>
                </a:cubicBezTo>
                <a:cubicBezTo>
                  <a:pt x="5092865" y="6708648"/>
                  <a:pt x="5008938" y="6785737"/>
                  <a:pt x="4919491" y="6858000"/>
                </a:cubicBezTo>
                <a:lnTo>
                  <a:pt x="0" y="6858000"/>
                </a:lnTo>
                <a:lnTo>
                  <a:pt x="0" y="0"/>
                </a:lnTo>
                <a:lnTo>
                  <a:pt x="4962240" y="0"/>
                </a:lnTo>
                <a:close/>
              </a:path>
            </a:pathLst>
          </a:custGeom>
          <a:solidFill>
            <a:schemeClr val="bg1"/>
          </a:solidFill>
          <a:ln w="6347" cap="flat">
            <a:noFill/>
            <a:prstDash val="solid"/>
            <a:miter/>
          </a:ln>
        </p:spPr>
        <p:txBody>
          <a:bodyPr/>
          <a:lstStyle/>
          <a:p>
            <a:endParaRPr lang="en-BE"/>
          </a:p>
        </p:txBody>
      </p:sp>
      <p:pic>
        <p:nvPicPr>
          <p:cNvPr id="4" name="Graphic 3">
            <a:extLst>
              <a:ext uri="{FF2B5EF4-FFF2-40B4-BE49-F238E27FC236}">
                <a16:creationId xmlns:a16="http://schemas.microsoft.com/office/drawing/2014/main" id="{A5233003-A741-46FD-3021-902D3605052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5" name="Text Placeholder 4">
            <a:extLst>
              <a:ext uri="{FF2B5EF4-FFF2-40B4-BE49-F238E27FC236}">
                <a16:creationId xmlns:a16="http://schemas.microsoft.com/office/drawing/2014/main" id="{3C503580-6C17-A723-A754-519001F416F4}"/>
              </a:ext>
            </a:extLst>
          </p:cNvPr>
          <p:cNvSpPr>
            <a:spLocks noGrp="1"/>
          </p:cNvSpPr>
          <p:nvPr>
            <p:ph type="body" sz="quarter" idx="36" hasCustomPrompt="1"/>
          </p:nvPr>
        </p:nvSpPr>
        <p:spPr>
          <a:xfrm>
            <a:off x="6936667" y="2785833"/>
            <a:ext cx="4496824" cy="2498725"/>
          </a:xfrm>
        </p:spPr>
        <p:txBody>
          <a:bodyPr lIns="0">
            <a:normAutofit/>
          </a:bodyPr>
          <a:lstStyle>
            <a:lvl1pPr marL="0" indent="0">
              <a:spcBef>
                <a:spcPts val="0"/>
              </a:spcBef>
              <a:buNone/>
              <a:defRPr sz="2000">
                <a:solidFill>
                  <a:schemeClr val="tx2"/>
                </a:solidFill>
              </a:defRPr>
            </a:lvl1pPr>
          </a:lstStyle>
          <a:p>
            <a:pPr lvl="0"/>
            <a:r>
              <a:rPr lang="en-BE"/>
              <a:t>Click to edit text</a:t>
            </a:r>
          </a:p>
        </p:txBody>
      </p:sp>
      <p:sp>
        <p:nvSpPr>
          <p:cNvPr id="13" name="Picture Placeholder 12">
            <a:extLst>
              <a:ext uri="{FF2B5EF4-FFF2-40B4-BE49-F238E27FC236}">
                <a16:creationId xmlns:a16="http://schemas.microsoft.com/office/drawing/2014/main" id="{B0DE3B88-496E-810E-38B3-1556B674A4A1}"/>
              </a:ext>
            </a:extLst>
          </p:cNvPr>
          <p:cNvSpPr>
            <a:spLocks noGrp="1"/>
          </p:cNvSpPr>
          <p:nvPr>
            <p:ph type="pic" sz="quarter" idx="37" hasCustomPrompt="1"/>
          </p:nvPr>
        </p:nvSpPr>
        <p:spPr>
          <a:xfrm>
            <a:off x="273114" y="1185863"/>
            <a:ext cx="5178361" cy="4894262"/>
          </a:xfrm>
        </p:spPr>
        <p:txBody>
          <a:bodyPr/>
          <a:lstStyle>
            <a:lvl1pPr>
              <a:defRPr/>
            </a:lvl1pPr>
          </a:lstStyle>
          <a:p>
            <a:r>
              <a:rPr lang="nl-NL"/>
              <a:t>Click </a:t>
            </a:r>
            <a:r>
              <a:rPr lang="nl-NL" err="1"/>
              <a:t>to</a:t>
            </a:r>
            <a:r>
              <a:rPr lang="nl-NL"/>
              <a:t> </a:t>
            </a:r>
            <a:r>
              <a:rPr lang="nl-NL" err="1"/>
              <a:t>add</a:t>
            </a:r>
            <a:r>
              <a:rPr lang="nl-NL"/>
              <a:t> image (</a:t>
            </a:r>
            <a:r>
              <a:rPr lang="nl-NL" err="1"/>
              <a:t>with</a:t>
            </a:r>
            <a:r>
              <a:rPr lang="nl-NL"/>
              <a:t> </a:t>
            </a:r>
            <a:r>
              <a:rPr lang="nl-NL" err="1"/>
              <a:t>white</a:t>
            </a:r>
            <a:r>
              <a:rPr lang="nl-NL"/>
              <a:t> background)</a:t>
            </a:r>
            <a:endParaRPr lang="en-BE"/>
          </a:p>
        </p:txBody>
      </p:sp>
      <p:sp>
        <p:nvSpPr>
          <p:cNvPr id="3" name="Titel 24">
            <a:extLst>
              <a:ext uri="{FF2B5EF4-FFF2-40B4-BE49-F238E27FC236}">
                <a16:creationId xmlns:a16="http://schemas.microsoft.com/office/drawing/2014/main" id="{9AD1543D-34B6-08A9-5DAD-79C138FEBBAF}"/>
              </a:ext>
            </a:extLst>
          </p:cNvPr>
          <p:cNvSpPr>
            <a:spLocks noGrp="1"/>
          </p:cNvSpPr>
          <p:nvPr>
            <p:ph type="title" hasCustomPrompt="1"/>
          </p:nvPr>
        </p:nvSpPr>
        <p:spPr>
          <a:xfrm>
            <a:off x="6077467" y="1573442"/>
            <a:ext cx="5619233"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8" name="Tekstvak 7">
            <a:extLst>
              <a:ext uri="{FF2B5EF4-FFF2-40B4-BE49-F238E27FC236}">
                <a16:creationId xmlns:a16="http://schemas.microsoft.com/office/drawing/2014/main" id="{B9693497-E571-63B8-2751-F3F0D77A1C82}"/>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9" name="Tekstvak 8">
            <a:extLst>
              <a:ext uri="{FF2B5EF4-FFF2-40B4-BE49-F238E27FC236}">
                <a16:creationId xmlns:a16="http://schemas.microsoft.com/office/drawing/2014/main" id="{095E48D3-ED84-3BED-A03A-B054083956A8}"/>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9" name="Tijdelijke aanduiding voor dianummer 2">
            <a:extLst>
              <a:ext uri="{FF2B5EF4-FFF2-40B4-BE49-F238E27FC236}">
                <a16:creationId xmlns:a16="http://schemas.microsoft.com/office/drawing/2014/main" id="{BC5FABBD-1A98-5C47-4F24-A064B91A506C}"/>
              </a:ext>
            </a:extLst>
          </p:cNvPr>
          <p:cNvSpPr>
            <a:spLocks noGrp="1"/>
          </p:cNvSpPr>
          <p:nvPr>
            <p:ph type="sldNum" sz="quarter" idx="27"/>
          </p:nvPr>
        </p:nvSpPr>
        <p:spPr>
          <a:xfrm>
            <a:off x="11020070" y="6401635"/>
            <a:ext cx="982162" cy="365125"/>
          </a:xfrm>
        </p:spPr>
        <p:txBody>
          <a:bodyPr/>
          <a:lstStyle>
            <a:lvl1pPr>
              <a:defRPr>
                <a:solidFill>
                  <a:schemeClr val="accent2"/>
                </a:solidFill>
              </a:defRPr>
            </a:lvl1pPr>
          </a:lstStyle>
          <a:p>
            <a:fld id="{AEF0F8F7-32FC-4374-ABF8-A7E9888C7A79}" type="slidenum">
              <a:rPr lang="nl-NL" smtClean="0"/>
              <a:pPr/>
              <a:t>‹#›</a:t>
            </a:fld>
            <a:endParaRPr lang="nl-NL"/>
          </a:p>
        </p:txBody>
      </p:sp>
    </p:spTree>
    <p:extLst>
      <p:ext uri="{BB962C8B-B14F-4D97-AF65-F5344CB8AC3E}">
        <p14:creationId xmlns:p14="http://schemas.microsoft.com/office/powerpoint/2010/main" val="3148092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slide">
    <p:bg>
      <p:bgPr>
        <a:solidFill>
          <a:schemeClr val="bg1"/>
        </a:solidFill>
        <a:effectLst/>
      </p:bgPr>
    </p:bg>
    <p:spTree>
      <p:nvGrpSpPr>
        <p:cNvPr id="1" name=""/>
        <p:cNvGrpSpPr/>
        <p:nvPr/>
      </p:nvGrpSpPr>
      <p:grpSpPr>
        <a:xfrm>
          <a:off x="0" y="0"/>
          <a:ext cx="0" cy="0"/>
          <a:chOff x="0" y="0"/>
          <a:chExt cx="0" cy="0"/>
        </a:xfrm>
      </p:grpSpPr>
      <p:sp>
        <p:nvSpPr>
          <p:cNvPr id="25" name="Tijdelijke aanduiding voor tekst 24">
            <a:extLst>
              <a:ext uri="{FF2B5EF4-FFF2-40B4-BE49-F238E27FC236}">
                <a16:creationId xmlns:a16="http://schemas.microsoft.com/office/drawing/2014/main" id="{7E7F084E-7611-51F1-9B6F-07111314618A}"/>
              </a:ext>
            </a:extLst>
          </p:cNvPr>
          <p:cNvSpPr>
            <a:spLocks noGrp="1"/>
          </p:cNvSpPr>
          <p:nvPr>
            <p:ph type="body" sz="quarter" idx="10" hasCustomPrompt="1"/>
          </p:nvPr>
        </p:nvSpPr>
        <p:spPr>
          <a:xfrm>
            <a:off x="900000" y="1979720"/>
            <a:ext cx="10401300" cy="4209457"/>
          </a:xfrm>
          <a:noFill/>
        </p:spPr>
        <p:txBody>
          <a:bodyPr/>
          <a:lstStyle>
            <a:lvl1pPr>
              <a:defRPr/>
            </a:lvl1pPr>
            <a:lvl2pPr>
              <a:defRPr/>
            </a:lvl2pPr>
            <a:lvl3pPr>
              <a:defRPr/>
            </a:lvl3pPr>
            <a:lvl4pPr>
              <a:defRPr/>
            </a:lvl4pPr>
            <a:lvl5pPr>
              <a:buFont typeface="Arial" panose="020B0604020202020204" pitchFamily="34" charset="0"/>
              <a:buChar char="•"/>
              <a:defRPr/>
            </a:lvl5pPr>
          </a:lstStyle>
          <a:p>
            <a:pPr lvl="0"/>
            <a:r>
              <a:rPr lang="nl-NL"/>
              <a:t>Click </a:t>
            </a:r>
            <a:r>
              <a:rPr lang="nl-NL" err="1"/>
              <a:t>to</a:t>
            </a:r>
            <a:r>
              <a:rPr lang="nl-NL"/>
              <a:t> </a:t>
            </a:r>
            <a:r>
              <a:rPr lang="nl-NL" err="1"/>
              <a:t>edit</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pic>
        <p:nvPicPr>
          <p:cNvPr id="7" name="Graphic 6">
            <a:extLst>
              <a:ext uri="{FF2B5EF4-FFF2-40B4-BE49-F238E27FC236}">
                <a16:creationId xmlns:a16="http://schemas.microsoft.com/office/drawing/2014/main" id="{610B01E9-4D93-1DBB-0B51-64D37D9416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4" name="Titel 24">
            <a:extLst>
              <a:ext uri="{FF2B5EF4-FFF2-40B4-BE49-F238E27FC236}">
                <a16:creationId xmlns:a16="http://schemas.microsoft.com/office/drawing/2014/main" id="{37132F18-24B1-C8C6-737A-D5DCF604C421}"/>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5" name="Tekstvak 4">
            <a:extLst>
              <a:ext uri="{FF2B5EF4-FFF2-40B4-BE49-F238E27FC236}">
                <a16:creationId xmlns:a16="http://schemas.microsoft.com/office/drawing/2014/main" id="{C702067C-BCD6-FBE2-A2AC-4A3DAD35C4ED}"/>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0" name="Tekstvak 9">
            <a:extLst>
              <a:ext uri="{FF2B5EF4-FFF2-40B4-BE49-F238E27FC236}">
                <a16:creationId xmlns:a16="http://schemas.microsoft.com/office/drawing/2014/main" id="{F0D50F20-E688-33DF-6D56-C431C573D5D4}"/>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1" name="Tijdelijke aanduiding voor dianummer 2">
            <a:extLst>
              <a:ext uri="{FF2B5EF4-FFF2-40B4-BE49-F238E27FC236}">
                <a16:creationId xmlns:a16="http://schemas.microsoft.com/office/drawing/2014/main" id="{7E84D4FF-B3B2-1032-B555-246456BF8BBD}"/>
              </a:ext>
            </a:extLst>
          </p:cNvPr>
          <p:cNvSpPr>
            <a:spLocks noGrp="1"/>
          </p:cNvSpPr>
          <p:nvPr>
            <p:ph type="sldNum" sz="quarter" idx="27"/>
          </p:nvPr>
        </p:nvSpPr>
        <p:spPr>
          <a:xfrm>
            <a:off x="11020070" y="6401635"/>
            <a:ext cx="982162" cy="365125"/>
          </a:xfrm>
        </p:spPr>
        <p:txBody>
          <a:bodyPr/>
          <a:lstStyle>
            <a:lvl1pPr>
              <a:defRPr>
                <a:solidFill>
                  <a:schemeClr val="accent2"/>
                </a:solidFill>
              </a:defRPr>
            </a:lvl1pPr>
          </a:lstStyle>
          <a:p>
            <a:fld id="{AEF0F8F7-32FC-4374-ABF8-A7E9888C7A79}" type="slidenum">
              <a:rPr lang="nl-NL" smtClean="0"/>
              <a:pPr/>
              <a:t>‹#›</a:t>
            </a:fld>
            <a:endParaRPr lang="nl-NL"/>
          </a:p>
        </p:txBody>
      </p:sp>
    </p:spTree>
    <p:extLst>
      <p:ext uri="{BB962C8B-B14F-4D97-AF65-F5344CB8AC3E}">
        <p14:creationId xmlns:p14="http://schemas.microsoft.com/office/powerpoint/2010/main" val="3065652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slide 2 columns">
    <p:bg>
      <p:bgPr>
        <a:solidFill>
          <a:schemeClr val="bg1"/>
        </a:solidFill>
        <a:effectLst/>
      </p:bgPr>
    </p:bg>
    <p:spTree>
      <p:nvGrpSpPr>
        <p:cNvPr id="1" name=""/>
        <p:cNvGrpSpPr/>
        <p:nvPr/>
      </p:nvGrpSpPr>
      <p:grpSpPr>
        <a:xfrm>
          <a:off x="0" y="0"/>
          <a:ext cx="0" cy="0"/>
          <a:chOff x="0" y="0"/>
          <a:chExt cx="0" cy="0"/>
        </a:xfrm>
      </p:grpSpPr>
      <p:sp>
        <p:nvSpPr>
          <p:cNvPr id="25" name="Tijdelijke aanduiding voor tekst 24">
            <a:extLst>
              <a:ext uri="{FF2B5EF4-FFF2-40B4-BE49-F238E27FC236}">
                <a16:creationId xmlns:a16="http://schemas.microsoft.com/office/drawing/2014/main" id="{7E7F084E-7611-51F1-9B6F-07111314618A}"/>
              </a:ext>
            </a:extLst>
          </p:cNvPr>
          <p:cNvSpPr>
            <a:spLocks noGrp="1"/>
          </p:cNvSpPr>
          <p:nvPr>
            <p:ph type="body" sz="quarter" idx="10" hasCustomPrompt="1"/>
          </p:nvPr>
        </p:nvSpPr>
        <p:spPr>
          <a:xfrm>
            <a:off x="900000" y="1980000"/>
            <a:ext cx="10396574" cy="3139983"/>
          </a:xfrm>
          <a:noFill/>
        </p:spPr>
        <p:txBody>
          <a:bodyPr numCol="2"/>
          <a:lstStyle/>
          <a:p>
            <a:pPr lvl="0"/>
            <a:r>
              <a:rPr lang="nl-NL"/>
              <a:t>Click </a:t>
            </a:r>
            <a:r>
              <a:rPr lang="nl-NL" err="1"/>
              <a:t>to</a:t>
            </a:r>
            <a:r>
              <a:rPr lang="nl-NL"/>
              <a:t> </a:t>
            </a:r>
            <a:r>
              <a:rPr lang="nl-NL" err="1"/>
              <a:t>edit</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endParaRPr lang="nl-BE"/>
          </a:p>
        </p:txBody>
      </p:sp>
      <p:pic>
        <p:nvPicPr>
          <p:cNvPr id="7" name="Graphic 6">
            <a:extLst>
              <a:ext uri="{FF2B5EF4-FFF2-40B4-BE49-F238E27FC236}">
                <a16:creationId xmlns:a16="http://schemas.microsoft.com/office/drawing/2014/main" id="{C6BE91E4-31A1-637F-5659-D2A5D9B23A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8" name="Titel 24">
            <a:extLst>
              <a:ext uri="{FF2B5EF4-FFF2-40B4-BE49-F238E27FC236}">
                <a16:creationId xmlns:a16="http://schemas.microsoft.com/office/drawing/2014/main" id="{B9EA70CF-56B1-0BD3-89D5-945719C8AAA2}"/>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0" name="Tekstvak 9">
            <a:extLst>
              <a:ext uri="{FF2B5EF4-FFF2-40B4-BE49-F238E27FC236}">
                <a16:creationId xmlns:a16="http://schemas.microsoft.com/office/drawing/2014/main" id="{B0918D5A-9C00-1838-421C-77FCC60FB583}"/>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1" name="Tekstvak 10">
            <a:extLst>
              <a:ext uri="{FF2B5EF4-FFF2-40B4-BE49-F238E27FC236}">
                <a16:creationId xmlns:a16="http://schemas.microsoft.com/office/drawing/2014/main" id="{8F81533A-D45B-83E0-5F64-5A310A3B83D3}"/>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2" name="Tijdelijke aanduiding voor dianummer 2">
            <a:extLst>
              <a:ext uri="{FF2B5EF4-FFF2-40B4-BE49-F238E27FC236}">
                <a16:creationId xmlns:a16="http://schemas.microsoft.com/office/drawing/2014/main" id="{84DC28F2-6EC0-1DAC-AB11-22A9B09B11CF}"/>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Tree>
    <p:extLst>
      <p:ext uri="{BB962C8B-B14F-4D97-AF65-F5344CB8AC3E}">
        <p14:creationId xmlns:p14="http://schemas.microsoft.com/office/powerpoint/2010/main" val="1261343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M in numbers">
    <p:bg>
      <p:bgPr>
        <a:solidFill>
          <a:schemeClr val="accent1"/>
        </a:solidFill>
        <a:effectLst/>
      </p:bgPr>
    </p:bg>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8054694E-E580-5685-6DE5-83FDEBC4B9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97199" y="3258753"/>
            <a:ext cx="3335455" cy="340494"/>
          </a:xfrm>
          <a:prstGeom prst="rect">
            <a:avLst/>
          </a:prstGeom>
        </p:spPr>
      </p:pic>
      <p:sp>
        <p:nvSpPr>
          <p:cNvPr id="42" name="Tijdelijke aanduiding voor afbeelding 6">
            <a:extLst>
              <a:ext uri="{FF2B5EF4-FFF2-40B4-BE49-F238E27FC236}">
                <a16:creationId xmlns:a16="http://schemas.microsoft.com/office/drawing/2014/main" id="{D225D3F4-C609-6989-3863-868FD7D2CBFD}"/>
              </a:ext>
            </a:extLst>
          </p:cNvPr>
          <p:cNvSpPr>
            <a:spLocks noGrp="1"/>
          </p:cNvSpPr>
          <p:nvPr>
            <p:ph type="pic" sz="quarter" idx="36" hasCustomPrompt="1"/>
          </p:nvPr>
        </p:nvSpPr>
        <p:spPr>
          <a:xfrm>
            <a:off x="1070747" y="2345054"/>
            <a:ext cx="2246496" cy="22660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45" name="Tijdelijke aanduiding voor afbeelding 6">
            <a:extLst>
              <a:ext uri="{FF2B5EF4-FFF2-40B4-BE49-F238E27FC236}">
                <a16:creationId xmlns:a16="http://schemas.microsoft.com/office/drawing/2014/main" id="{3FA31BE3-3BED-2609-82FE-78D14628D107}"/>
              </a:ext>
            </a:extLst>
          </p:cNvPr>
          <p:cNvSpPr>
            <a:spLocks noGrp="1"/>
          </p:cNvSpPr>
          <p:nvPr>
            <p:ph type="pic" sz="quarter" idx="39" hasCustomPrompt="1"/>
          </p:nvPr>
        </p:nvSpPr>
        <p:spPr>
          <a:xfrm>
            <a:off x="8806958" y="2345054"/>
            <a:ext cx="2302012" cy="23220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55" name="Tijdelijke aanduiding voor tekst 34">
            <a:extLst>
              <a:ext uri="{FF2B5EF4-FFF2-40B4-BE49-F238E27FC236}">
                <a16:creationId xmlns:a16="http://schemas.microsoft.com/office/drawing/2014/main" id="{6EFAB174-D41D-7BAF-520C-618A39E5E9E5}"/>
              </a:ext>
            </a:extLst>
          </p:cNvPr>
          <p:cNvSpPr>
            <a:spLocks noGrp="1"/>
          </p:cNvSpPr>
          <p:nvPr>
            <p:ph type="body" sz="quarter" idx="48" hasCustomPrompt="1"/>
          </p:nvPr>
        </p:nvSpPr>
        <p:spPr>
          <a:xfrm>
            <a:off x="8856874" y="3993938"/>
            <a:ext cx="2196581" cy="478129"/>
          </a:xfrm>
          <a:noFill/>
        </p:spPr>
        <p:txBody>
          <a:bodyPr lIns="90000" anchor="t">
            <a:normAutofit/>
          </a:bodyPr>
          <a:lstStyle>
            <a:lvl1pPr marL="0" indent="0" algn="ctr">
              <a:spcBef>
                <a:spcPts val="200"/>
              </a:spcBef>
              <a:buNone/>
              <a:defRPr lang="nl-NL" sz="1200" b="0" i="0" kern="1200" cap="all" baseline="0" dirty="0" smtClean="0">
                <a:solidFill>
                  <a:schemeClr val="tx2"/>
                </a:solidFill>
                <a:latin typeface="Rubik Light" pitchFamily="2" charset="-79"/>
                <a:ea typeface="+mn-ea"/>
                <a:cs typeface="Rubik Light" pitchFamily="2" charset="-79"/>
              </a:defRPr>
            </a:lvl1pPr>
          </a:lstStyle>
          <a:p>
            <a:pPr lvl="0"/>
            <a:r>
              <a:rPr lang="en-GB"/>
              <a:t>Participating </a:t>
            </a:r>
          </a:p>
          <a:p>
            <a:pPr lvl="0"/>
            <a:r>
              <a:rPr lang="en-GB"/>
              <a:t>projects</a:t>
            </a:r>
          </a:p>
        </p:txBody>
      </p:sp>
      <p:sp>
        <p:nvSpPr>
          <p:cNvPr id="56" name="Tijdelijke aanduiding voor tekst 34">
            <a:extLst>
              <a:ext uri="{FF2B5EF4-FFF2-40B4-BE49-F238E27FC236}">
                <a16:creationId xmlns:a16="http://schemas.microsoft.com/office/drawing/2014/main" id="{9AEA9ECE-4186-5270-F612-B61E071AC993}"/>
              </a:ext>
            </a:extLst>
          </p:cNvPr>
          <p:cNvSpPr>
            <a:spLocks noGrp="1"/>
          </p:cNvSpPr>
          <p:nvPr>
            <p:ph type="body" sz="quarter" idx="49" hasCustomPrompt="1"/>
          </p:nvPr>
        </p:nvSpPr>
        <p:spPr>
          <a:xfrm>
            <a:off x="8856873" y="3689206"/>
            <a:ext cx="2196581" cy="270538"/>
          </a:xfrm>
          <a:noFill/>
        </p:spPr>
        <p:txBody>
          <a:bodyPr lIns="90000" anchor="t">
            <a:noAutofit/>
          </a:bodyPr>
          <a:lstStyle>
            <a:lvl1pPr marL="0" indent="0" algn="ctr">
              <a:buNone/>
              <a:defRPr lang="nl-NL" sz="1800" b="1" i="0" kern="1200" cap="all" baseline="0" dirty="0" smtClean="0">
                <a:solidFill>
                  <a:schemeClr val="accent1"/>
                </a:solidFill>
                <a:latin typeface="Rubik" pitchFamily="2" charset="-79"/>
                <a:ea typeface="+mn-ea"/>
                <a:cs typeface="Rubik" pitchFamily="2" charset="-79"/>
              </a:defRPr>
            </a:lvl1pPr>
          </a:lstStyle>
          <a:p>
            <a:pPr lvl="0"/>
            <a:r>
              <a:rPr lang="en-GB"/>
              <a:t>+333</a:t>
            </a:r>
          </a:p>
        </p:txBody>
      </p:sp>
      <p:sp>
        <p:nvSpPr>
          <p:cNvPr id="57" name="Tijdelijke aanduiding voor tekst 34">
            <a:extLst>
              <a:ext uri="{FF2B5EF4-FFF2-40B4-BE49-F238E27FC236}">
                <a16:creationId xmlns:a16="http://schemas.microsoft.com/office/drawing/2014/main" id="{DCDF48F5-79B1-E860-3EE7-C5FC6658F38A}"/>
              </a:ext>
            </a:extLst>
          </p:cNvPr>
          <p:cNvSpPr>
            <a:spLocks noGrp="1"/>
          </p:cNvSpPr>
          <p:nvPr>
            <p:ph type="body" sz="quarter" idx="50" hasCustomPrompt="1"/>
          </p:nvPr>
        </p:nvSpPr>
        <p:spPr>
          <a:xfrm>
            <a:off x="1070748" y="4042855"/>
            <a:ext cx="2196581" cy="478129"/>
          </a:xfrm>
          <a:noFill/>
        </p:spPr>
        <p:txBody>
          <a:bodyPr lIns="90000" anchor="t">
            <a:normAutofit/>
          </a:bodyPr>
          <a:lstStyle>
            <a:lvl1pPr marL="0" indent="0" algn="ctr">
              <a:spcBef>
                <a:spcPts val="200"/>
              </a:spcBef>
              <a:buNone/>
              <a:defRPr lang="nl-NL" sz="1200" b="0" i="0" kern="1200" cap="all" baseline="0" dirty="0" smtClean="0">
                <a:solidFill>
                  <a:schemeClr val="tx2"/>
                </a:solidFill>
                <a:latin typeface="Rubik Light" pitchFamily="2" charset="-79"/>
                <a:ea typeface="+mn-ea"/>
                <a:cs typeface="Rubik Light" pitchFamily="2" charset="-79"/>
              </a:defRPr>
            </a:lvl1pPr>
          </a:lstStyle>
          <a:p>
            <a:pPr lvl="0"/>
            <a:r>
              <a:rPr lang="en-GB"/>
              <a:t>Projects</a:t>
            </a:r>
          </a:p>
          <a:p>
            <a:pPr lvl="0"/>
            <a:r>
              <a:rPr lang="en-GB"/>
              <a:t>A year</a:t>
            </a:r>
          </a:p>
        </p:txBody>
      </p:sp>
      <p:sp>
        <p:nvSpPr>
          <p:cNvPr id="58" name="Tijdelijke aanduiding voor tekst 34">
            <a:extLst>
              <a:ext uri="{FF2B5EF4-FFF2-40B4-BE49-F238E27FC236}">
                <a16:creationId xmlns:a16="http://schemas.microsoft.com/office/drawing/2014/main" id="{D9E9A804-05AC-2BC1-F370-8385B9A47393}"/>
              </a:ext>
            </a:extLst>
          </p:cNvPr>
          <p:cNvSpPr>
            <a:spLocks noGrp="1"/>
          </p:cNvSpPr>
          <p:nvPr>
            <p:ph type="body" sz="quarter" idx="51" hasCustomPrompt="1"/>
          </p:nvPr>
        </p:nvSpPr>
        <p:spPr>
          <a:xfrm>
            <a:off x="1070747" y="3738123"/>
            <a:ext cx="2196581" cy="270538"/>
          </a:xfrm>
          <a:noFill/>
        </p:spPr>
        <p:txBody>
          <a:bodyPr lIns="90000" anchor="t">
            <a:noAutofit/>
          </a:bodyPr>
          <a:lstStyle>
            <a:lvl1pPr marL="0" indent="0" algn="ctr">
              <a:buNone/>
              <a:defRPr lang="nl-NL" sz="1800" b="1" i="0" kern="1200" cap="all" baseline="0" dirty="0" smtClean="0">
                <a:solidFill>
                  <a:schemeClr val="accent1"/>
                </a:solidFill>
                <a:latin typeface="Rubik" pitchFamily="2" charset="-79"/>
                <a:ea typeface="+mn-ea"/>
                <a:cs typeface="Rubik" pitchFamily="2" charset="-79"/>
              </a:defRPr>
            </a:lvl1pPr>
          </a:lstStyle>
          <a:p>
            <a:pPr lvl="0"/>
            <a:r>
              <a:rPr lang="en-GB"/>
              <a:t>+666</a:t>
            </a:r>
          </a:p>
        </p:txBody>
      </p:sp>
      <p:sp>
        <p:nvSpPr>
          <p:cNvPr id="59" name="Tijdelijke aanduiding voor tekst 34">
            <a:extLst>
              <a:ext uri="{FF2B5EF4-FFF2-40B4-BE49-F238E27FC236}">
                <a16:creationId xmlns:a16="http://schemas.microsoft.com/office/drawing/2014/main" id="{A83C2DCE-C5EB-6F52-299E-349A7E100602}"/>
              </a:ext>
            </a:extLst>
          </p:cNvPr>
          <p:cNvSpPr>
            <a:spLocks noGrp="1"/>
          </p:cNvSpPr>
          <p:nvPr>
            <p:ph type="body" sz="quarter" idx="52" hasCustomPrompt="1"/>
          </p:nvPr>
        </p:nvSpPr>
        <p:spPr>
          <a:xfrm>
            <a:off x="4587378" y="3633441"/>
            <a:ext cx="2955097" cy="270538"/>
          </a:xfrm>
          <a:noFill/>
        </p:spPr>
        <p:txBody>
          <a:bodyPr lIns="144000" anchor="t">
            <a:noAutofit/>
          </a:bodyPr>
          <a:lstStyle>
            <a:lvl1pPr marL="0" indent="0" algn="ctr">
              <a:buNone/>
              <a:defRPr lang="nl-NL" sz="1800" b="1" i="0" kern="1200" cap="all" baseline="0" dirty="0" smtClean="0">
                <a:solidFill>
                  <a:schemeClr val="bg2"/>
                </a:solidFill>
                <a:latin typeface="Rubik" pitchFamily="2" charset="-79"/>
                <a:ea typeface="+mn-ea"/>
                <a:cs typeface="Rubik" pitchFamily="2" charset="-79"/>
              </a:defRPr>
            </a:lvl1pPr>
          </a:lstStyle>
          <a:p>
            <a:pPr lvl="0"/>
            <a:r>
              <a:rPr lang="en-GB"/>
              <a:t>IN NUMBERS</a:t>
            </a:r>
          </a:p>
        </p:txBody>
      </p:sp>
      <p:sp>
        <p:nvSpPr>
          <p:cNvPr id="2" name="Tijdelijke aanduiding voor afbeelding 6">
            <a:extLst>
              <a:ext uri="{FF2B5EF4-FFF2-40B4-BE49-F238E27FC236}">
                <a16:creationId xmlns:a16="http://schemas.microsoft.com/office/drawing/2014/main" id="{59323B7B-3798-70CC-170F-A5529D2C74F2}"/>
              </a:ext>
            </a:extLst>
          </p:cNvPr>
          <p:cNvSpPr>
            <a:spLocks noGrp="1"/>
          </p:cNvSpPr>
          <p:nvPr>
            <p:ph type="pic" sz="quarter" idx="53" hasCustomPrompt="1"/>
          </p:nvPr>
        </p:nvSpPr>
        <p:spPr>
          <a:xfrm>
            <a:off x="6388643" y="4325636"/>
            <a:ext cx="2302012" cy="23220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3" name="Tijdelijke aanduiding voor tekst 34">
            <a:extLst>
              <a:ext uri="{FF2B5EF4-FFF2-40B4-BE49-F238E27FC236}">
                <a16:creationId xmlns:a16="http://schemas.microsoft.com/office/drawing/2014/main" id="{BBFF3861-3064-A6BA-28AD-DC68839E09E2}"/>
              </a:ext>
            </a:extLst>
          </p:cNvPr>
          <p:cNvSpPr>
            <a:spLocks noGrp="1"/>
          </p:cNvSpPr>
          <p:nvPr>
            <p:ph type="body" sz="quarter" idx="54" hasCustomPrompt="1"/>
          </p:nvPr>
        </p:nvSpPr>
        <p:spPr>
          <a:xfrm>
            <a:off x="6438559" y="5974520"/>
            <a:ext cx="2196581" cy="478129"/>
          </a:xfrm>
          <a:noFill/>
        </p:spPr>
        <p:txBody>
          <a:bodyPr lIns="90000" anchor="t">
            <a:normAutofit/>
          </a:bodyPr>
          <a:lstStyle>
            <a:lvl1pPr marL="0" indent="0" algn="ctr">
              <a:spcBef>
                <a:spcPts val="200"/>
              </a:spcBef>
              <a:buNone/>
              <a:defRPr lang="nl-NL" sz="1200" b="0" i="0" kern="1200" cap="all" baseline="0" dirty="0" smtClean="0">
                <a:solidFill>
                  <a:schemeClr val="tx2"/>
                </a:solidFill>
                <a:latin typeface="Rubik Light" pitchFamily="2" charset="-79"/>
                <a:ea typeface="+mn-ea"/>
                <a:cs typeface="Rubik Light" pitchFamily="2" charset="-79"/>
              </a:defRPr>
            </a:lvl1pPr>
          </a:lstStyle>
          <a:p>
            <a:pPr lvl="0"/>
            <a:r>
              <a:rPr lang="en-GB"/>
              <a:t>Projects</a:t>
            </a:r>
          </a:p>
        </p:txBody>
      </p:sp>
      <p:sp>
        <p:nvSpPr>
          <p:cNvPr id="4" name="Tijdelijke aanduiding voor tekst 34">
            <a:extLst>
              <a:ext uri="{FF2B5EF4-FFF2-40B4-BE49-F238E27FC236}">
                <a16:creationId xmlns:a16="http://schemas.microsoft.com/office/drawing/2014/main" id="{CCCF91D1-81DF-67B7-C54A-62A7AE624F53}"/>
              </a:ext>
            </a:extLst>
          </p:cNvPr>
          <p:cNvSpPr>
            <a:spLocks noGrp="1"/>
          </p:cNvSpPr>
          <p:nvPr>
            <p:ph type="body" sz="quarter" idx="55" hasCustomPrompt="1"/>
          </p:nvPr>
        </p:nvSpPr>
        <p:spPr>
          <a:xfrm>
            <a:off x="6438558" y="5669788"/>
            <a:ext cx="2196581" cy="270538"/>
          </a:xfrm>
          <a:noFill/>
        </p:spPr>
        <p:txBody>
          <a:bodyPr lIns="90000" anchor="t">
            <a:noAutofit/>
          </a:bodyPr>
          <a:lstStyle>
            <a:lvl1pPr marL="0" indent="0" algn="ctr">
              <a:buNone/>
              <a:defRPr lang="nl-NL" sz="1800" b="1" i="0" kern="1200" cap="all" baseline="0" dirty="0" smtClean="0">
                <a:solidFill>
                  <a:schemeClr val="accent1"/>
                </a:solidFill>
                <a:latin typeface="Rubik" pitchFamily="2" charset="-79"/>
                <a:ea typeface="+mn-ea"/>
                <a:cs typeface="Rubik" pitchFamily="2" charset="-79"/>
              </a:defRPr>
            </a:lvl1pPr>
          </a:lstStyle>
          <a:p>
            <a:pPr lvl="0"/>
            <a:r>
              <a:rPr lang="en-GB"/>
              <a:t>+444</a:t>
            </a:r>
          </a:p>
        </p:txBody>
      </p:sp>
      <p:sp>
        <p:nvSpPr>
          <p:cNvPr id="5" name="Tijdelijke aanduiding voor afbeelding 6">
            <a:extLst>
              <a:ext uri="{FF2B5EF4-FFF2-40B4-BE49-F238E27FC236}">
                <a16:creationId xmlns:a16="http://schemas.microsoft.com/office/drawing/2014/main" id="{0983C6EB-E0FB-DC70-D8D5-E8300B7DACF1}"/>
              </a:ext>
            </a:extLst>
          </p:cNvPr>
          <p:cNvSpPr>
            <a:spLocks noGrp="1"/>
          </p:cNvSpPr>
          <p:nvPr>
            <p:ph type="pic" sz="quarter" idx="56" hasCustomPrompt="1"/>
          </p:nvPr>
        </p:nvSpPr>
        <p:spPr>
          <a:xfrm>
            <a:off x="3651793" y="4325636"/>
            <a:ext cx="2302012" cy="23220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6" name="Tijdelijke aanduiding voor tekst 34">
            <a:extLst>
              <a:ext uri="{FF2B5EF4-FFF2-40B4-BE49-F238E27FC236}">
                <a16:creationId xmlns:a16="http://schemas.microsoft.com/office/drawing/2014/main" id="{F88D4935-B283-4114-9CF0-80E2ED16AF09}"/>
              </a:ext>
            </a:extLst>
          </p:cNvPr>
          <p:cNvSpPr>
            <a:spLocks noGrp="1"/>
          </p:cNvSpPr>
          <p:nvPr>
            <p:ph type="body" sz="quarter" idx="57" hasCustomPrompt="1"/>
          </p:nvPr>
        </p:nvSpPr>
        <p:spPr>
          <a:xfrm>
            <a:off x="3701709" y="5974520"/>
            <a:ext cx="2196581" cy="478129"/>
          </a:xfrm>
          <a:noFill/>
        </p:spPr>
        <p:txBody>
          <a:bodyPr lIns="90000" anchor="t">
            <a:normAutofit/>
          </a:bodyPr>
          <a:lstStyle>
            <a:lvl1pPr marL="0" indent="0" algn="ctr">
              <a:spcBef>
                <a:spcPts val="200"/>
              </a:spcBef>
              <a:buNone/>
              <a:defRPr lang="nl-NL" sz="1200" b="0" i="0" kern="1200" cap="all" baseline="0" dirty="0" smtClean="0">
                <a:solidFill>
                  <a:schemeClr val="tx2"/>
                </a:solidFill>
                <a:latin typeface="Rubik Light" pitchFamily="2" charset="-79"/>
                <a:ea typeface="+mn-ea"/>
                <a:cs typeface="Rubik Light" pitchFamily="2" charset="-79"/>
              </a:defRPr>
            </a:lvl1pPr>
          </a:lstStyle>
          <a:p>
            <a:pPr lvl="0"/>
            <a:r>
              <a:rPr lang="en-GB"/>
              <a:t>Member companies</a:t>
            </a:r>
          </a:p>
        </p:txBody>
      </p:sp>
      <p:sp>
        <p:nvSpPr>
          <p:cNvPr id="7" name="Tijdelijke aanduiding voor tekst 34">
            <a:extLst>
              <a:ext uri="{FF2B5EF4-FFF2-40B4-BE49-F238E27FC236}">
                <a16:creationId xmlns:a16="http://schemas.microsoft.com/office/drawing/2014/main" id="{CE4E9E82-251B-C7FA-418F-B49BB37B01C5}"/>
              </a:ext>
            </a:extLst>
          </p:cNvPr>
          <p:cNvSpPr>
            <a:spLocks noGrp="1"/>
          </p:cNvSpPr>
          <p:nvPr>
            <p:ph type="body" sz="quarter" idx="58" hasCustomPrompt="1"/>
          </p:nvPr>
        </p:nvSpPr>
        <p:spPr>
          <a:xfrm>
            <a:off x="3701708" y="5669788"/>
            <a:ext cx="2196581" cy="270538"/>
          </a:xfrm>
          <a:noFill/>
        </p:spPr>
        <p:txBody>
          <a:bodyPr lIns="90000" anchor="t">
            <a:noAutofit/>
          </a:bodyPr>
          <a:lstStyle>
            <a:lvl1pPr marL="0" indent="0" algn="ctr">
              <a:buNone/>
              <a:defRPr lang="nl-NL" sz="1800" b="1" i="0" kern="1200" cap="all" baseline="0" dirty="0" smtClean="0">
                <a:solidFill>
                  <a:schemeClr val="accent1"/>
                </a:solidFill>
                <a:latin typeface="Rubik" pitchFamily="2" charset="-79"/>
                <a:ea typeface="+mn-ea"/>
                <a:cs typeface="Rubik" pitchFamily="2" charset="-79"/>
              </a:defRPr>
            </a:lvl1pPr>
          </a:lstStyle>
          <a:p>
            <a:pPr lvl="0"/>
            <a:r>
              <a:rPr lang="en-GB"/>
              <a:t>+555</a:t>
            </a:r>
          </a:p>
        </p:txBody>
      </p:sp>
      <p:sp>
        <p:nvSpPr>
          <p:cNvPr id="8" name="Tijdelijke aanduiding voor afbeelding 6">
            <a:extLst>
              <a:ext uri="{FF2B5EF4-FFF2-40B4-BE49-F238E27FC236}">
                <a16:creationId xmlns:a16="http://schemas.microsoft.com/office/drawing/2014/main" id="{3FB3DFB4-0D58-CB17-FA0D-C2815DC08044}"/>
              </a:ext>
            </a:extLst>
          </p:cNvPr>
          <p:cNvSpPr>
            <a:spLocks noGrp="1"/>
          </p:cNvSpPr>
          <p:nvPr>
            <p:ph type="pic" sz="quarter" idx="59" hasCustomPrompt="1"/>
          </p:nvPr>
        </p:nvSpPr>
        <p:spPr>
          <a:xfrm>
            <a:off x="6279519" y="573465"/>
            <a:ext cx="2302012" cy="23220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9" name="Tijdelijke aanduiding voor tekst 34">
            <a:extLst>
              <a:ext uri="{FF2B5EF4-FFF2-40B4-BE49-F238E27FC236}">
                <a16:creationId xmlns:a16="http://schemas.microsoft.com/office/drawing/2014/main" id="{BDE10087-44DD-8809-A67E-4F479EE7C36F}"/>
              </a:ext>
            </a:extLst>
          </p:cNvPr>
          <p:cNvSpPr>
            <a:spLocks noGrp="1"/>
          </p:cNvSpPr>
          <p:nvPr>
            <p:ph type="body" sz="quarter" idx="60" hasCustomPrompt="1"/>
          </p:nvPr>
        </p:nvSpPr>
        <p:spPr>
          <a:xfrm>
            <a:off x="6329435" y="2222349"/>
            <a:ext cx="2196581" cy="478129"/>
          </a:xfrm>
          <a:noFill/>
        </p:spPr>
        <p:txBody>
          <a:bodyPr lIns="90000" anchor="t">
            <a:normAutofit/>
          </a:bodyPr>
          <a:lstStyle>
            <a:lvl1pPr marL="0" indent="0" algn="ctr">
              <a:spcBef>
                <a:spcPts val="200"/>
              </a:spcBef>
              <a:buNone/>
              <a:defRPr lang="nl-NL" sz="1200" b="0" i="0" kern="1200" cap="all" baseline="0" dirty="0" smtClean="0">
                <a:solidFill>
                  <a:schemeClr val="tx2"/>
                </a:solidFill>
                <a:latin typeface="Rubik Light" pitchFamily="2" charset="-79"/>
                <a:ea typeface="+mn-ea"/>
                <a:cs typeface="Rubik Light" pitchFamily="2" charset="-79"/>
              </a:defRPr>
            </a:lvl1pPr>
          </a:lstStyle>
          <a:p>
            <a:pPr lvl="0"/>
            <a:r>
              <a:rPr lang="en-GB"/>
              <a:t>REVENUE</a:t>
            </a:r>
          </a:p>
        </p:txBody>
      </p:sp>
      <p:sp>
        <p:nvSpPr>
          <p:cNvPr id="10" name="Tijdelijke aanduiding voor tekst 34">
            <a:extLst>
              <a:ext uri="{FF2B5EF4-FFF2-40B4-BE49-F238E27FC236}">
                <a16:creationId xmlns:a16="http://schemas.microsoft.com/office/drawing/2014/main" id="{A208657D-6EA0-268E-F413-24645F08022C}"/>
              </a:ext>
            </a:extLst>
          </p:cNvPr>
          <p:cNvSpPr>
            <a:spLocks noGrp="1"/>
          </p:cNvSpPr>
          <p:nvPr>
            <p:ph type="body" sz="quarter" idx="61" hasCustomPrompt="1"/>
          </p:nvPr>
        </p:nvSpPr>
        <p:spPr>
          <a:xfrm>
            <a:off x="6329434" y="1917617"/>
            <a:ext cx="2196581" cy="270538"/>
          </a:xfrm>
          <a:noFill/>
        </p:spPr>
        <p:txBody>
          <a:bodyPr lIns="90000" anchor="t">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nl-NL" sz="1800" b="1" i="0" kern="1200" cap="all" baseline="0" dirty="0" smtClean="0">
                <a:solidFill>
                  <a:schemeClr val="accent1"/>
                </a:solidFill>
                <a:latin typeface="Rubik" pitchFamily="2" charset="-79"/>
                <a:ea typeface="+mn-ea"/>
                <a:cs typeface="Rubik" pitchFamily="2" charset="-79"/>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+222</a:t>
            </a:r>
          </a:p>
          <a:p>
            <a:pPr lvl="0"/>
            <a:endParaRPr lang="en-GB"/>
          </a:p>
        </p:txBody>
      </p:sp>
      <p:sp>
        <p:nvSpPr>
          <p:cNvPr id="11" name="Tijdelijke aanduiding voor afbeelding 6">
            <a:extLst>
              <a:ext uri="{FF2B5EF4-FFF2-40B4-BE49-F238E27FC236}">
                <a16:creationId xmlns:a16="http://schemas.microsoft.com/office/drawing/2014/main" id="{2099387A-94B7-AB74-7FF1-64D7EFF0EDAC}"/>
              </a:ext>
            </a:extLst>
          </p:cNvPr>
          <p:cNvSpPr>
            <a:spLocks noGrp="1"/>
          </p:cNvSpPr>
          <p:nvPr>
            <p:ph type="pic" sz="quarter" idx="62" hasCustomPrompt="1"/>
          </p:nvPr>
        </p:nvSpPr>
        <p:spPr>
          <a:xfrm>
            <a:off x="3542669" y="573465"/>
            <a:ext cx="2302012" cy="23220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2" name="Tijdelijke aanduiding voor tekst 34">
            <a:extLst>
              <a:ext uri="{FF2B5EF4-FFF2-40B4-BE49-F238E27FC236}">
                <a16:creationId xmlns:a16="http://schemas.microsoft.com/office/drawing/2014/main" id="{D41D4CE7-F904-C80E-411C-91091F406249}"/>
              </a:ext>
            </a:extLst>
          </p:cNvPr>
          <p:cNvSpPr>
            <a:spLocks noGrp="1"/>
          </p:cNvSpPr>
          <p:nvPr>
            <p:ph type="body" sz="quarter" idx="63" hasCustomPrompt="1"/>
          </p:nvPr>
        </p:nvSpPr>
        <p:spPr>
          <a:xfrm>
            <a:off x="3592585" y="2222349"/>
            <a:ext cx="2196581" cy="478129"/>
          </a:xfrm>
          <a:noFill/>
        </p:spPr>
        <p:txBody>
          <a:bodyPr lIns="90000" anchor="t">
            <a:normAutofit/>
          </a:bodyPr>
          <a:lstStyle>
            <a:lvl1pPr marL="0" indent="0" algn="ctr">
              <a:spcBef>
                <a:spcPts val="200"/>
              </a:spcBef>
              <a:buNone/>
              <a:defRPr lang="nl-NL" sz="1200" b="0" i="0" kern="1200" cap="all" baseline="0" dirty="0" smtClean="0">
                <a:solidFill>
                  <a:schemeClr val="tx2"/>
                </a:solidFill>
                <a:latin typeface="Rubik Light" pitchFamily="2" charset="-79"/>
                <a:ea typeface="+mn-ea"/>
                <a:cs typeface="Rubik Light" pitchFamily="2" charset="-79"/>
              </a:defRPr>
            </a:lvl1pPr>
          </a:lstStyle>
          <a:p>
            <a:pPr lvl="0"/>
            <a:r>
              <a:rPr lang="en-GB"/>
              <a:t>Staff workers</a:t>
            </a:r>
          </a:p>
        </p:txBody>
      </p:sp>
      <p:sp>
        <p:nvSpPr>
          <p:cNvPr id="13" name="Tijdelijke aanduiding voor tekst 34">
            <a:extLst>
              <a:ext uri="{FF2B5EF4-FFF2-40B4-BE49-F238E27FC236}">
                <a16:creationId xmlns:a16="http://schemas.microsoft.com/office/drawing/2014/main" id="{FD22B8E8-041F-67AA-AEF7-A10432EECDBF}"/>
              </a:ext>
            </a:extLst>
          </p:cNvPr>
          <p:cNvSpPr>
            <a:spLocks noGrp="1"/>
          </p:cNvSpPr>
          <p:nvPr>
            <p:ph type="body" sz="quarter" idx="64" hasCustomPrompt="1"/>
          </p:nvPr>
        </p:nvSpPr>
        <p:spPr>
          <a:xfrm>
            <a:off x="3592584" y="1917617"/>
            <a:ext cx="2196581" cy="270538"/>
          </a:xfrm>
          <a:noFill/>
        </p:spPr>
        <p:txBody>
          <a:bodyPr lIns="90000" anchor="t">
            <a:noAutofit/>
          </a:bodyPr>
          <a:lstStyle>
            <a:lvl1pPr marL="0" indent="0" algn="ctr">
              <a:buNone/>
              <a:defRPr lang="nl-NL" sz="1800" b="1" i="0" kern="1200" cap="all" baseline="0" dirty="0" smtClean="0">
                <a:solidFill>
                  <a:schemeClr val="accent1"/>
                </a:solidFill>
                <a:latin typeface="Rubik" pitchFamily="2" charset="-79"/>
                <a:ea typeface="+mn-ea"/>
                <a:cs typeface="Rubik" pitchFamily="2" charset="-79"/>
              </a:defRPr>
            </a:lvl1pPr>
          </a:lstStyle>
          <a:p>
            <a:pPr lvl="0"/>
            <a:r>
              <a:rPr lang="en-GB"/>
              <a:t>+111</a:t>
            </a:r>
          </a:p>
        </p:txBody>
      </p:sp>
      <p:sp>
        <p:nvSpPr>
          <p:cNvPr id="14" name="Tekstvak 13">
            <a:extLst>
              <a:ext uri="{FF2B5EF4-FFF2-40B4-BE49-F238E27FC236}">
                <a16:creationId xmlns:a16="http://schemas.microsoft.com/office/drawing/2014/main" id="{D720D349-9B33-F690-618D-2D3FD6AFD08B}"/>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bg1"/>
                </a:solidFill>
                <a:latin typeface="+mn-lt"/>
              </a:rPr>
              <a:t>SUPPORTING COMPANIES TO BE COMPETITIVE</a:t>
            </a:r>
          </a:p>
        </p:txBody>
      </p:sp>
      <p:sp>
        <p:nvSpPr>
          <p:cNvPr id="15" name="Tekstvak 14">
            <a:extLst>
              <a:ext uri="{FF2B5EF4-FFF2-40B4-BE49-F238E27FC236}">
                <a16:creationId xmlns:a16="http://schemas.microsoft.com/office/drawing/2014/main" id="{9F8A9920-F091-C43F-43D3-0F0EE7DE7AB0}"/>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bg1"/>
                </a:solidFill>
              </a:rPr>
              <a:t>IN A DIGITAL AND SUSTAINABLE WORLD</a:t>
            </a:r>
            <a:endParaRPr lang="nl-BE" sz="800">
              <a:solidFill>
                <a:schemeClr val="bg1"/>
              </a:solidFill>
            </a:endParaRPr>
          </a:p>
        </p:txBody>
      </p:sp>
      <p:sp>
        <p:nvSpPr>
          <p:cNvPr id="16" name="Tijdelijke aanduiding voor dianummer 2">
            <a:extLst>
              <a:ext uri="{FF2B5EF4-FFF2-40B4-BE49-F238E27FC236}">
                <a16:creationId xmlns:a16="http://schemas.microsoft.com/office/drawing/2014/main" id="{EC5D274F-B45B-0AC5-0D7C-05C7C0D6D824}"/>
              </a:ext>
            </a:extLst>
          </p:cNvPr>
          <p:cNvSpPr>
            <a:spLocks noGrp="1"/>
          </p:cNvSpPr>
          <p:nvPr>
            <p:ph type="sldNum" sz="quarter" idx="27"/>
          </p:nvPr>
        </p:nvSpPr>
        <p:spPr>
          <a:xfrm>
            <a:off x="11020070" y="6401635"/>
            <a:ext cx="982162" cy="365125"/>
          </a:xfrm>
        </p:spPr>
        <p:txBody>
          <a:bodyPr/>
          <a:lstStyle>
            <a:lvl1pPr>
              <a:defRPr>
                <a:solidFill>
                  <a:schemeClr val="bg1"/>
                </a:solidFill>
              </a:defRPr>
            </a:lvl1pPr>
          </a:lstStyle>
          <a:p>
            <a:fld id="{AEF0F8F7-32FC-4374-ABF8-A7E9888C7A79}" type="slidenum">
              <a:rPr lang="nl-NL" smtClean="0"/>
              <a:pPr/>
              <a:t>‹#›</a:t>
            </a:fld>
            <a:endParaRPr lang="nl-NL"/>
          </a:p>
        </p:txBody>
      </p:sp>
      <p:pic>
        <p:nvPicPr>
          <p:cNvPr id="17" name="Graphic 16">
            <a:extLst>
              <a:ext uri="{FF2B5EF4-FFF2-40B4-BE49-F238E27FC236}">
                <a16:creationId xmlns:a16="http://schemas.microsoft.com/office/drawing/2014/main" id="{539E469E-1D15-4090-6840-A09BCDDBF88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8030" y="6401635"/>
            <a:ext cx="246094" cy="246094"/>
          </a:xfrm>
          <a:prstGeom prst="rect">
            <a:avLst/>
          </a:prstGeom>
        </p:spPr>
      </p:pic>
    </p:spTree>
    <p:extLst>
      <p:ext uri="{BB962C8B-B14F-4D97-AF65-F5344CB8AC3E}">
        <p14:creationId xmlns:p14="http://schemas.microsoft.com/office/powerpoint/2010/main" val="860907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areas of expertise">
    <p:spTree>
      <p:nvGrpSpPr>
        <p:cNvPr id="1" name=""/>
        <p:cNvGrpSpPr/>
        <p:nvPr/>
      </p:nvGrpSpPr>
      <p:grpSpPr>
        <a:xfrm>
          <a:off x="0" y="0"/>
          <a:ext cx="0" cy="0"/>
          <a:chOff x="0" y="0"/>
          <a:chExt cx="0" cy="0"/>
        </a:xfrm>
      </p:grpSpPr>
      <p:pic>
        <p:nvPicPr>
          <p:cNvPr id="4" name="Afbeelding 7">
            <a:extLst>
              <a:ext uri="{FF2B5EF4-FFF2-40B4-BE49-F238E27FC236}">
                <a16:creationId xmlns:a16="http://schemas.microsoft.com/office/drawing/2014/main" id="{40EE2D1B-99A8-7004-260B-F2F3A6A4292B}"/>
              </a:ext>
            </a:extLst>
          </p:cNvPr>
          <p:cNvPicPr>
            <a:picLocks noChangeAspect="1"/>
          </p:cNvPicPr>
          <p:nvPr userDrawn="1"/>
        </p:nvPicPr>
        <p:blipFill>
          <a:blip r:embed="rId2"/>
          <a:srcRect/>
          <a:stretch/>
        </p:blipFill>
        <p:spPr>
          <a:xfrm>
            <a:off x="0" y="0"/>
            <a:ext cx="12192000" cy="6858000"/>
          </a:xfrm>
          <a:prstGeom prst="rect">
            <a:avLst/>
          </a:prstGeom>
        </p:spPr>
      </p:pic>
      <p:sp>
        <p:nvSpPr>
          <p:cNvPr id="14" name="Titel 24">
            <a:extLst>
              <a:ext uri="{FF2B5EF4-FFF2-40B4-BE49-F238E27FC236}">
                <a16:creationId xmlns:a16="http://schemas.microsoft.com/office/drawing/2014/main" id="{322E8080-9103-EA55-65A1-4BDD9D0DD874}"/>
              </a:ext>
            </a:extLst>
          </p:cNvPr>
          <p:cNvSpPr>
            <a:spLocks noGrp="1"/>
          </p:cNvSpPr>
          <p:nvPr>
            <p:ph type="title" hasCustomPrompt="1"/>
          </p:nvPr>
        </p:nvSpPr>
        <p:spPr>
          <a:xfrm>
            <a:off x="1068325" y="1348966"/>
            <a:ext cx="4753053" cy="4237022"/>
          </a:xfrm>
        </p:spPr>
        <p:txBody>
          <a:bodyPr>
            <a:normAutofit/>
          </a:bodyPr>
          <a:lstStyle>
            <a:lvl1pPr>
              <a:defRPr sz="3000" b="1" i="0" cap="all" baseline="0">
                <a:solidFill>
                  <a:schemeClr val="bg1"/>
                </a:solidFill>
                <a:latin typeface="Rubik" pitchFamily="2" charset="-79"/>
                <a:cs typeface="Rubik" pitchFamily="2" charset="-79"/>
              </a:defRPr>
            </a:lvl1pPr>
          </a:lstStyle>
          <a:p>
            <a:r>
              <a:rPr lang="en-GB"/>
              <a:t>Click to edit text</a:t>
            </a:r>
            <a:endParaRPr lang="nl-BE"/>
          </a:p>
        </p:txBody>
      </p:sp>
      <p:sp>
        <p:nvSpPr>
          <p:cNvPr id="5" name="Tijdelijke aanduiding voor tekst 10">
            <a:extLst>
              <a:ext uri="{FF2B5EF4-FFF2-40B4-BE49-F238E27FC236}">
                <a16:creationId xmlns:a16="http://schemas.microsoft.com/office/drawing/2014/main" id="{5B0BACEF-8952-6047-8C33-19CE6893C0B1}"/>
              </a:ext>
            </a:extLst>
          </p:cNvPr>
          <p:cNvSpPr>
            <a:spLocks noGrp="1"/>
          </p:cNvSpPr>
          <p:nvPr>
            <p:ph type="body" sz="quarter" idx="13" hasCustomPrompt="1"/>
          </p:nvPr>
        </p:nvSpPr>
        <p:spPr>
          <a:xfrm>
            <a:off x="7856891" y="669107"/>
            <a:ext cx="1755775" cy="463373"/>
          </a:xfrm>
        </p:spPr>
        <p:txBody>
          <a:bodyPr>
            <a:noAutofit/>
          </a:bodyPr>
          <a:lstStyle>
            <a:lvl1pPr marL="0" indent="0" algn="ctr">
              <a:lnSpc>
                <a:spcPct val="100000"/>
              </a:lnSpc>
              <a:buNone/>
              <a:defRPr sz="1600" b="1" i="0" cap="all" baseline="0">
                <a:solidFill>
                  <a:schemeClr val="bg1"/>
                </a:solidFill>
                <a:latin typeface="Rubik SemiBold" pitchFamily="2" charset="-79"/>
                <a:cs typeface="Rubik SemiBold" pitchFamily="2" charset="-79"/>
              </a:defRPr>
            </a:lvl1pPr>
            <a:lvl2pPr marL="180000" indent="0" algn="ctr">
              <a:buNone/>
              <a:defRPr/>
            </a:lvl2pPr>
            <a:lvl3pPr marL="360000" indent="0" algn="ctr">
              <a:buNone/>
              <a:defRPr/>
            </a:lvl3pPr>
            <a:lvl4pPr marL="540000" indent="0" algn="ctr">
              <a:buNone/>
              <a:defRPr/>
            </a:lvl4pPr>
            <a:lvl5pPr marL="720000" indent="0" algn="ctr">
              <a:buNone/>
              <a:defRPr/>
            </a:lvl5pPr>
          </a:lstStyle>
          <a:p>
            <a:pPr lvl="0"/>
            <a:r>
              <a:rPr lang="nl-NL"/>
              <a:t>PRODUCTION</a:t>
            </a:r>
            <a:br>
              <a:rPr lang="nl-NL"/>
            </a:br>
            <a:r>
              <a:rPr lang="nl-NL"/>
              <a:t>SYSTEMS</a:t>
            </a:r>
            <a:endParaRPr lang="nl-BE"/>
          </a:p>
        </p:txBody>
      </p:sp>
      <p:sp>
        <p:nvSpPr>
          <p:cNvPr id="10" name="Tijdelijke aanduiding voor tekst 10">
            <a:extLst>
              <a:ext uri="{FF2B5EF4-FFF2-40B4-BE49-F238E27FC236}">
                <a16:creationId xmlns:a16="http://schemas.microsoft.com/office/drawing/2014/main" id="{C665179F-B7C0-2838-5BCD-85DF0B73B3BB}"/>
              </a:ext>
            </a:extLst>
          </p:cNvPr>
          <p:cNvSpPr>
            <a:spLocks noGrp="1"/>
          </p:cNvSpPr>
          <p:nvPr>
            <p:ph type="body" sz="quarter" idx="36" hasCustomPrompt="1"/>
          </p:nvPr>
        </p:nvSpPr>
        <p:spPr>
          <a:xfrm>
            <a:off x="9414087" y="5355099"/>
            <a:ext cx="1755775" cy="463373"/>
          </a:xfrm>
        </p:spPr>
        <p:txBody>
          <a:bodyPr>
            <a:noAutofit/>
          </a:bodyPr>
          <a:lstStyle>
            <a:lvl1pPr marL="0" indent="0" algn="ctr">
              <a:buNone/>
              <a:defRPr sz="1600" b="1" i="0" cap="all" baseline="0">
                <a:solidFill>
                  <a:schemeClr val="bg1"/>
                </a:solidFill>
                <a:latin typeface="Rubik SemiBold" pitchFamily="2" charset="-79"/>
                <a:cs typeface="Rubik SemiBold" pitchFamily="2" charset="-79"/>
              </a:defRPr>
            </a:lvl1pPr>
            <a:lvl2pPr marL="180000" indent="0" algn="ctr">
              <a:buNone/>
              <a:defRPr/>
            </a:lvl2pPr>
            <a:lvl3pPr marL="360000" indent="0" algn="ctr">
              <a:buNone/>
              <a:defRPr/>
            </a:lvl3pPr>
            <a:lvl4pPr marL="540000" indent="0" algn="ctr">
              <a:buNone/>
              <a:defRPr/>
            </a:lvl4pPr>
            <a:lvl5pPr marL="720000" indent="0" algn="ctr">
              <a:buNone/>
              <a:defRPr/>
            </a:lvl5pPr>
          </a:lstStyle>
          <a:p>
            <a:pPr lvl="0"/>
            <a:r>
              <a:rPr lang="nl-NL"/>
              <a:t>MACHINES</a:t>
            </a:r>
            <a:endParaRPr lang="nl-BE"/>
          </a:p>
        </p:txBody>
      </p:sp>
      <p:sp>
        <p:nvSpPr>
          <p:cNvPr id="11" name="Tijdelijke aanduiding voor tekst 10">
            <a:extLst>
              <a:ext uri="{FF2B5EF4-FFF2-40B4-BE49-F238E27FC236}">
                <a16:creationId xmlns:a16="http://schemas.microsoft.com/office/drawing/2014/main" id="{3AEDFC26-DEDE-BAC2-1C0E-B0760A60CD14}"/>
              </a:ext>
            </a:extLst>
          </p:cNvPr>
          <p:cNvSpPr>
            <a:spLocks noGrp="1"/>
          </p:cNvSpPr>
          <p:nvPr>
            <p:ph type="body" sz="quarter" idx="37" hasCustomPrompt="1"/>
          </p:nvPr>
        </p:nvSpPr>
        <p:spPr>
          <a:xfrm>
            <a:off x="6180491" y="5355099"/>
            <a:ext cx="1755775" cy="463373"/>
          </a:xfrm>
        </p:spPr>
        <p:txBody>
          <a:bodyPr>
            <a:noAutofit/>
          </a:bodyPr>
          <a:lstStyle>
            <a:lvl1pPr marL="0" indent="0" algn="ctr">
              <a:buNone/>
              <a:defRPr sz="1600" b="1" i="0" cap="all" baseline="0">
                <a:solidFill>
                  <a:schemeClr val="bg1"/>
                </a:solidFill>
                <a:latin typeface="Rubik SemiBold" pitchFamily="2" charset="-79"/>
                <a:cs typeface="Rubik SemiBold" pitchFamily="2" charset="-79"/>
              </a:defRPr>
            </a:lvl1pPr>
            <a:lvl2pPr marL="180000" indent="0" algn="ctr">
              <a:buNone/>
              <a:defRPr/>
            </a:lvl2pPr>
            <a:lvl3pPr marL="360000" indent="0" algn="ctr">
              <a:buNone/>
              <a:defRPr/>
            </a:lvl3pPr>
            <a:lvl4pPr marL="540000" indent="0" algn="ctr">
              <a:buNone/>
              <a:defRPr/>
            </a:lvl4pPr>
            <a:lvl5pPr marL="720000" indent="0" algn="ctr">
              <a:buNone/>
              <a:defRPr/>
            </a:lvl5pPr>
          </a:lstStyle>
          <a:p>
            <a:pPr lvl="0"/>
            <a:r>
              <a:rPr lang="nl-NL"/>
              <a:t>VEHICLES</a:t>
            </a:r>
            <a:endParaRPr lang="nl-BE"/>
          </a:p>
        </p:txBody>
      </p:sp>
      <p:sp>
        <p:nvSpPr>
          <p:cNvPr id="2" name="Tekstvak 1">
            <a:extLst>
              <a:ext uri="{FF2B5EF4-FFF2-40B4-BE49-F238E27FC236}">
                <a16:creationId xmlns:a16="http://schemas.microsoft.com/office/drawing/2014/main" id="{F807637C-9172-28C1-36A6-B071F3532781}"/>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bg1"/>
                </a:solidFill>
                <a:latin typeface="+mn-lt"/>
              </a:rPr>
              <a:t>SUPPORTING COMPANIES TO BE COMPETITIVE</a:t>
            </a:r>
          </a:p>
        </p:txBody>
      </p:sp>
      <p:sp>
        <p:nvSpPr>
          <p:cNvPr id="3" name="Tekstvak 2">
            <a:extLst>
              <a:ext uri="{FF2B5EF4-FFF2-40B4-BE49-F238E27FC236}">
                <a16:creationId xmlns:a16="http://schemas.microsoft.com/office/drawing/2014/main" id="{1FF68A0D-69DC-6B7B-DD45-2696687141F2}"/>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bg1"/>
                </a:solidFill>
              </a:rPr>
              <a:t>IN A DIGITAL AND SUSTAINABLE WORLD</a:t>
            </a:r>
            <a:endParaRPr lang="nl-BE" sz="800">
              <a:solidFill>
                <a:schemeClr val="bg1"/>
              </a:solidFill>
            </a:endParaRPr>
          </a:p>
        </p:txBody>
      </p:sp>
      <p:sp>
        <p:nvSpPr>
          <p:cNvPr id="12" name="Tijdelijke aanduiding voor dianummer 2">
            <a:extLst>
              <a:ext uri="{FF2B5EF4-FFF2-40B4-BE49-F238E27FC236}">
                <a16:creationId xmlns:a16="http://schemas.microsoft.com/office/drawing/2014/main" id="{70A8D0B1-5D9D-7143-4BBB-23F16DF21C2B}"/>
              </a:ext>
            </a:extLst>
          </p:cNvPr>
          <p:cNvSpPr>
            <a:spLocks noGrp="1"/>
          </p:cNvSpPr>
          <p:nvPr>
            <p:ph type="sldNum" sz="quarter" idx="27"/>
          </p:nvPr>
        </p:nvSpPr>
        <p:spPr>
          <a:xfrm>
            <a:off x="11020070" y="6401635"/>
            <a:ext cx="982162" cy="365125"/>
          </a:xfrm>
        </p:spPr>
        <p:txBody>
          <a:bodyPr/>
          <a:lstStyle>
            <a:lvl1pPr>
              <a:defRPr>
                <a:solidFill>
                  <a:schemeClr val="bg1"/>
                </a:solidFill>
              </a:defRPr>
            </a:lvl1pPr>
          </a:lstStyle>
          <a:p>
            <a:fld id="{AEF0F8F7-32FC-4374-ABF8-A7E9888C7A79}" type="slidenum">
              <a:rPr lang="nl-NL" smtClean="0"/>
              <a:pPr/>
              <a:t>‹#›</a:t>
            </a:fld>
            <a:endParaRPr lang="nl-NL"/>
          </a:p>
        </p:txBody>
      </p:sp>
      <p:pic>
        <p:nvPicPr>
          <p:cNvPr id="13" name="Graphic 12">
            <a:extLst>
              <a:ext uri="{FF2B5EF4-FFF2-40B4-BE49-F238E27FC236}">
                <a16:creationId xmlns:a16="http://schemas.microsoft.com/office/drawing/2014/main" id="{E198B4A6-516C-6202-4425-F9B50B7D6B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8030" y="6401635"/>
            <a:ext cx="246094" cy="246094"/>
          </a:xfrm>
          <a:prstGeom prst="rect">
            <a:avLst/>
          </a:prstGeom>
        </p:spPr>
      </p:pic>
    </p:spTree>
    <p:extLst>
      <p:ext uri="{BB962C8B-B14F-4D97-AF65-F5344CB8AC3E}">
        <p14:creationId xmlns:p14="http://schemas.microsoft.com/office/powerpoint/2010/main" val="1420652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 left + image">
    <p:bg>
      <p:bgPr>
        <a:solidFill>
          <a:schemeClr val="bg1"/>
        </a:solidFill>
        <a:effectLst/>
      </p:bgPr>
    </p:bg>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8643154B-F99E-AC3D-0391-99265471B63F}"/>
              </a:ext>
            </a:extLst>
          </p:cNvPr>
          <p:cNvSpPr>
            <a:spLocks noGrp="1"/>
          </p:cNvSpPr>
          <p:nvPr>
            <p:ph type="pic" sz="quarter" idx="10"/>
          </p:nvPr>
        </p:nvSpPr>
        <p:spPr>
          <a:xfrm>
            <a:off x="6473228" y="0"/>
            <a:ext cx="5718772" cy="6858000"/>
          </a:xfrm>
          <a:solidFill>
            <a:schemeClr val="bg1">
              <a:lumMod val="95000"/>
            </a:schemeClr>
          </a:solidFill>
        </p:spPr>
        <p:txBody>
          <a:bodyPr anchor="t">
            <a:normAutofit/>
          </a:bodyPr>
          <a:lstStyle>
            <a:lvl1pPr marL="0" indent="0" algn="ctr">
              <a:buNone/>
              <a:defRPr sz="1200"/>
            </a:lvl1pPr>
          </a:lstStyle>
          <a:p>
            <a:r>
              <a:rPr lang="en-US"/>
              <a:t>Click icon to add picture</a:t>
            </a:r>
            <a:endParaRPr lang="nl-BE"/>
          </a:p>
        </p:txBody>
      </p:sp>
      <p:sp>
        <p:nvSpPr>
          <p:cNvPr id="18" name="Tijdelijke aanduiding voor tekst 25">
            <a:extLst>
              <a:ext uri="{FF2B5EF4-FFF2-40B4-BE49-F238E27FC236}">
                <a16:creationId xmlns:a16="http://schemas.microsoft.com/office/drawing/2014/main" id="{97F45B12-13E7-9FC3-DE4B-AC85A14688E4}"/>
              </a:ext>
            </a:extLst>
          </p:cNvPr>
          <p:cNvSpPr>
            <a:spLocks noGrp="1"/>
          </p:cNvSpPr>
          <p:nvPr>
            <p:ph type="body" sz="quarter" idx="13" hasCustomPrompt="1"/>
          </p:nvPr>
        </p:nvSpPr>
        <p:spPr>
          <a:xfrm>
            <a:off x="328030" y="4982330"/>
            <a:ext cx="5767970" cy="536087"/>
          </a:xfrm>
        </p:spPr>
        <p:txBody>
          <a:bodyPr anchor="t">
            <a:noAutofit/>
          </a:bodyPr>
          <a:lstStyle>
            <a:lvl1pPr marL="0" indent="0" algn="ctr">
              <a:spcBef>
                <a:spcPts val="0"/>
              </a:spcBef>
              <a:buNone/>
              <a:defRPr sz="1600" b="1" cap="all" baseline="0">
                <a:solidFill>
                  <a:schemeClr val="accent3"/>
                </a:solidFill>
              </a:defRPr>
            </a:lvl1pPr>
            <a:lvl2pPr marL="457200" indent="0" algn="ctr">
              <a:buNone/>
              <a:defRPr sz="1800" b="1">
                <a:solidFill>
                  <a:schemeClr val="accent2"/>
                </a:solidFill>
              </a:defRPr>
            </a:lvl2pPr>
          </a:lstStyle>
          <a:p>
            <a:pPr lvl="0"/>
            <a:r>
              <a:rPr lang="en-GB"/>
              <a:t>Click to edit text</a:t>
            </a:r>
          </a:p>
        </p:txBody>
      </p:sp>
      <p:pic>
        <p:nvPicPr>
          <p:cNvPr id="5" name="Graphic 4">
            <a:extLst>
              <a:ext uri="{FF2B5EF4-FFF2-40B4-BE49-F238E27FC236}">
                <a16:creationId xmlns:a16="http://schemas.microsoft.com/office/drawing/2014/main" id="{58364C33-B024-3862-556F-BD26C533EA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8" name="Titel 24">
            <a:extLst>
              <a:ext uri="{FF2B5EF4-FFF2-40B4-BE49-F238E27FC236}">
                <a16:creationId xmlns:a16="http://schemas.microsoft.com/office/drawing/2014/main" id="{76767F63-0BF9-B54A-1E06-F7686AF487EA}"/>
              </a:ext>
            </a:extLst>
          </p:cNvPr>
          <p:cNvSpPr>
            <a:spLocks noGrp="1"/>
          </p:cNvSpPr>
          <p:nvPr>
            <p:ph type="title" hasCustomPrompt="1"/>
          </p:nvPr>
        </p:nvSpPr>
        <p:spPr>
          <a:xfrm>
            <a:off x="642127" y="726380"/>
            <a:ext cx="5453873" cy="1240993"/>
          </a:xfrm>
        </p:spPr>
        <p:txBody>
          <a:bodyPr anchor="b">
            <a:noAutofit/>
          </a:bodyPr>
          <a:lstStyle>
            <a:lvl1pPr>
              <a:defRPr sz="2400" b="1" i="0" cap="all" baseline="0">
                <a:solidFill>
                  <a:schemeClr val="accent3"/>
                </a:solidFill>
                <a:latin typeface="Rubik" pitchFamily="2" charset="-79"/>
                <a:cs typeface="Rubik" pitchFamily="2" charset="-79"/>
              </a:defRPr>
            </a:lvl1pPr>
          </a:lstStyle>
          <a:p>
            <a:r>
              <a:rPr lang="en-GB"/>
              <a:t>Click to edit </a:t>
            </a:r>
            <a:br>
              <a:rPr lang="en-GB"/>
            </a:br>
            <a:r>
              <a:rPr lang="en-GB"/>
              <a:t>Master title</a:t>
            </a:r>
            <a:endParaRPr lang="nl-BE"/>
          </a:p>
        </p:txBody>
      </p:sp>
      <p:sp>
        <p:nvSpPr>
          <p:cNvPr id="9" name="Tijdelijke aanduiding voor afbeelding 6">
            <a:extLst>
              <a:ext uri="{FF2B5EF4-FFF2-40B4-BE49-F238E27FC236}">
                <a16:creationId xmlns:a16="http://schemas.microsoft.com/office/drawing/2014/main" id="{BEA6263C-D69A-7BFC-AB46-716A248CC6B1}"/>
              </a:ext>
            </a:extLst>
          </p:cNvPr>
          <p:cNvSpPr>
            <a:spLocks noGrp="1"/>
          </p:cNvSpPr>
          <p:nvPr>
            <p:ph type="pic" sz="quarter" idx="29" hasCustomPrompt="1"/>
          </p:nvPr>
        </p:nvSpPr>
        <p:spPr>
          <a:xfrm>
            <a:off x="2429292" y="3272340"/>
            <a:ext cx="1565446" cy="1579102"/>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4" name="Tijdelijke aanduiding voor tekst 34">
            <a:extLst>
              <a:ext uri="{FF2B5EF4-FFF2-40B4-BE49-F238E27FC236}">
                <a16:creationId xmlns:a16="http://schemas.microsoft.com/office/drawing/2014/main" id="{2A0675FF-7A26-7BEE-145F-22234D6DBC1A}"/>
              </a:ext>
            </a:extLst>
          </p:cNvPr>
          <p:cNvSpPr>
            <a:spLocks noGrp="1"/>
          </p:cNvSpPr>
          <p:nvPr>
            <p:ph type="body" sz="quarter" idx="32" hasCustomPrompt="1"/>
          </p:nvPr>
        </p:nvSpPr>
        <p:spPr>
          <a:xfrm>
            <a:off x="642127" y="1937430"/>
            <a:ext cx="5453873" cy="1047313"/>
          </a:xfrm>
          <a:noFill/>
        </p:spPr>
        <p:txBody>
          <a:bodyPr wrap="square" lIns="90000" anchor="t">
            <a:noAutofit/>
          </a:bodyPr>
          <a:lstStyle>
            <a:lvl1pPr marL="0" indent="0" algn="l">
              <a:spcBef>
                <a:spcPts val="0"/>
              </a:spcBef>
              <a:buNone/>
              <a:defRPr lang="nl-NL" sz="2400" b="1" i="0" cap="all"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a:t>
            </a:r>
            <a:br>
              <a:rPr lang="en-GB"/>
            </a:br>
            <a:r>
              <a:rPr lang="en-GB"/>
              <a:t>Subtitle</a:t>
            </a:r>
          </a:p>
        </p:txBody>
      </p:sp>
      <p:sp>
        <p:nvSpPr>
          <p:cNvPr id="3" name="Tekstvak 2">
            <a:extLst>
              <a:ext uri="{FF2B5EF4-FFF2-40B4-BE49-F238E27FC236}">
                <a16:creationId xmlns:a16="http://schemas.microsoft.com/office/drawing/2014/main" id="{6F0BFD97-8A55-AEF3-1D24-BAB3AD242F94}"/>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4" name="Tekstvak 3">
            <a:extLst>
              <a:ext uri="{FF2B5EF4-FFF2-40B4-BE49-F238E27FC236}">
                <a16:creationId xmlns:a16="http://schemas.microsoft.com/office/drawing/2014/main" id="{C552708E-DBEC-C7B7-01E0-3DEA79432822}"/>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7" name="Tijdelijke aanduiding voor dianummer 2">
            <a:extLst>
              <a:ext uri="{FF2B5EF4-FFF2-40B4-BE49-F238E27FC236}">
                <a16:creationId xmlns:a16="http://schemas.microsoft.com/office/drawing/2014/main" id="{F798A126-4212-26C4-ED19-D799AB83FC0E}"/>
              </a:ext>
            </a:extLst>
          </p:cNvPr>
          <p:cNvSpPr>
            <a:spLocks noGrp="1"/>
          </p:cNvSpPr>
          <p:nvPr>
            <p:ph type="sldNum" sz="quarter" idx="27"/>
          </p:nvPr>
        </p:nvSpPr>
        <p:spPr>
          <a:xfrm>
            <a:off x="11020070" y="6401635"/>
            <a:ext cx="982162" cy="365125"/>
          </a:xfrm>
        </p:spPr>
        <p:txBody>
          <a:bodyPr/>
          <a:lstStyle>
            <a:lvl1pPr>
              <a:defRPr>
                <a:solidFill>
                  <a:schemeClr val="bg1"/>
                </a:solidFill>
              </a:defRPr>
            </a:lvl1pPr>
          </a:lstStyle>
          <a:p>
            <a:fld id="{AEF0F8F7-32FC-4374-ABF8-A7E9888C7A79}" type="slidenum">
              <a:rPr lang="nl-NL" smtClean="0"/>
              <a:pPr/>
              <a:t>‹#›</a:t>
            </a:fld>
            <a:endParaRPr lang="nl-NL"/>
          </a:p>
        </p:txBody>
      </p:sp>
    </p:spTree>
    <p:extLst>
      <p:ext uri="{BB962C8B-B14F-4D97-AF65-F5344CB8AC3E}">
        <p14:creationId xmlns:p14="http://schemas.microsoft.com/office/powerpoint/2010/main" val="643378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s right + image">
    <p:bg>
      <p:bgPr>
        <a:solidFill>
          <a:schemeClr val="bg1"/>
        </a:solidFill>
        <a:effectLst/>
      </p:bgPr>
    </p:bg>
    <p:spTree>
      <p:nvGrpSpPr>
        <p:cNvPr id="1" name=""/>
        <p:cNvGrpSpPr/>
        <p:nvPr/>
      </p:nvGrpSpPr>
      <p:grpSpPr>
        <a:xfrm>
          <a:off x="0" y="0"/>
          <a:ext cx="0" cy="0"/>
          <a:chOff x="0" y="0"/>
          <a:chExt cx="0" cy="0"/>
        </a:xfrm>
      </p:grpSpPr>
      <p:sp>
        <p:nvSpPr>
          <p:cNvPr id="10" name="Tijdelijke aanduiding voor afbeelding 14">
            <a:extLst>
              <a:ext uri="{FF2B5EF4-FFF2-40B4-BE49-F238E27FC236}">
                <a16:creationId xmlns:a16="http://schemas.microsoft.com/office/drawing/2014/main" id="{F3904638-8F42-5DCB-41C3-55EA0F6040E3}"/>
              </a:ext>
            </a:extLst>
          </p:cNvPr>
          <p:cNvSpPr>
            <a:spLocks noGrp="1"/>
          </p:cNvSpPr>
          <p:nvPr>
            <p:ph type="pic" sz="quarter" idx="36"/>
          </p:nvPr>
        </p:nvSpPr>
        <p:spPr>
          <a:xfrm>
            <a:off x="0" y="0"/>
            <a:ext cx="5718772" cy="6858000"/>
          </a:xfrm>
          <a:solidFill>
            <a:schemeClr val="bg1">
              <a:lumMod val="95000"/>
            </a:schemeClr>
          </a:solidFill>
        </p:spPr>
        <p:txBody>
          <a:bodyPr anchor="t">
            <a:normAutofit/>
          </a:bodyPr>
          <a:lstStyle>
            <a:lvl1pPr marL="0" indent="0" algn="ctr">
              <a:buNone/>
              <a:defRPr sz="1200"/>
            </a:lvl1pPr>
          </a:lstStyle>
          <a:p>
            <a:r>
              <a:rPr lang="en-US"/>
              <a:t>Click icon to add picture</a:t>
            </a:r>
            <a:endParaRPr lang="nl-BE"/>
          </a:p>
        </p:txBody>
      </p:sp>
      <p:sp>
        <p:nvSpPr>
          <p:cNvPr id="18" name="Tijdelijke aanduiding voor tekst 25">
            <a:extLst>
              <a:ext uri="{FF2B5EF4-FFF2-40B4-BE49-F238E27FC236}">
                <a16:creationId xmlns:a16="http://schemas.microsoft.com/office/drawing/2014/main" id="{97F45B12-13E7-9FC3-DE4B-AC85A14688E4}"/>
              </a:ext>
            </a:extLst>
          </p:cNvPr>
          <p:cNvSpPr>
            <a:spLocks noGrp="1"/>
          </p:cNvSpPr>
          <p:nvPr>
            <p:ph type="body" sz="quarter" idx="13" hasCustomPrompt="1"/>
          </p:nvPr>
        </p:nvSpPr>
        <p:spPr>
          <a:xfrm>
            <a:off x="6323807" y="5027602"/>
            <a:ext cx="5281857" cy="767612"/>
          </a:xfrm>
        </p:spPr>
        <p:txBody>
          <a:bodyPr anchor="t">
            <a:noAutofit/>
          </a:bodyPr>
          <a:lstStyle>
            <a:lvl1pPr marL="0" indent="0" algn="ctr">
              <a:spcBef>
                <a:spcPts val="0"/>
              </a:spcBef>
              <a:buNone/>
              <a:defRPr sz="1600" b="1" cap="all" baseline="0">
                <a:solidFill>
                  <a:schemeClr val="accent3"/>
                </a:solidFill>
              </a:defRPr>
            </a:lvl1pPr>
            <a:lvl2pPr marL="457200" indent="0" algn="ctr">
              <a:buNone/>
              <a:defRPr sz="1800" b="1">
                <a:solidFill>
                  <a:schemeClr val="accent1"/>
                </a:solidFill>
              </a:defRPr>
            </a:lvl2pPr>
          </a:lstStyle>
          <a:p>
            <a:pPr lvl="0"/>
            <a:r>
              <a:rPr lang="en-GB"/>
              <a:t>Customized</a:t>
            </a:r>
          </a:p>
          <a:p>
            <a:pPr lvl="0"/>
            <a:r>
              <a:rPr lang="en-GB"/>
              <a:t>INNOVATION</a:t>
            </a:r>
          </a:p>
        </p:txBody>
      </p:sp>
      <p:pic>
        <p:nvPicPr>
          <p:cNvPr id="5" name="Graphic 4">
            <a:extLst>
              <a:ext uri="{FF2B5EF4-FFF2-40B4-BE49-F238E27FC236}">
                <a16:creationId xmlns:a16="http://schemas.microsoft.com/office/drawing/2014/main" id="{5948325F-FB81-E978-ABEC-6498AACD66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11" name="Tijdelijke aanduiding voor afbeelding 6">
            <a:extLst>
              <a:ext uri="{FF2B5EF4-FFF2-40B4-BE49-F238E27FC236}">
                <a16:creationId xmlns:a16="http://schemas.microsoft.com/office/drawing/2014/main" id="{5459080B-368D-8C5C-EA69-14A8ECFE46CC}"/>
              </a:ext>
            </a:extLst>
          </p:cNvPr>
          <p:cNvSpPr>
            <a:spLocks noGrp="1"/>
          </p:cNvSpPr>
          <p:nvPr>
            <p:ph type="pic" sz="quarter" idx="37" hasCustomPrompt="1"/>
          </p:nvPr>
        </p:nvSpPr>
        <p:spPr>
          <a:xfrm>
            <a:off x="8182012" y="3272340"/>
            <a:ext cx="1565446" cy="1579102"/>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2" name="Titel 24">
            <a:extLst>
              <a:ext uri="{FF2B5EF4-FFF2-40B4-BE49-F238E27FC236}">
                <a16:creationId xmlns:a16="http://schemas.microsoft.com/office/drawing/2014/main" id="{42A4B525-A89D-638A-EE92-B622FE1CF771}"/>
              </a:ext>
            </a:extLst>
          </p:cNvPr>
          <p:cNvSpPr>
            <a:spLocks noGrp="1"/>
          </p:cNvSpPr>
          <p:nvPr>
            <p:ph type="title" hasCustomPrompt="1"/>
          </p:nvPr>
        </p:nvSpPr>
        <p:spPr>
          <a:xfrm>
            <a:off x="6323807" y="726380"/>
            <a:ext cx="5281857" cy="1240993"/>
          </a:xfrm>
        </p:spPr>
        <p:txBody>
          <a:bodyPr anchor="b">
            <a:noAutofit/>
          </a:bodyPr>
          <a:lstStyle>
            <a:lvl1pPr>
              <a:defRPr sz="2400" b="1" i="0" cap="all" baseline="0">
                <a:solidFill>
                  <a:schemeClr val="accent3"/>
                </a:solidFill>
                <a:latin typeface="Rubik" pitchFamily="2" charset="-79"/>
                <a:cs typeface="Rubik" pitchFamily="2" charset="-79"/>
              </a:defRPr>
            </a:lvl1pPr>
          </a:lstStyle>
          <a:p>
            <a:r>
              <a:rPr lang="en-GB"/>
              <a:t>Click to edit </a:t>
            </a:r>
            <a:br>
              <a:rPr lang="en-GB"/>
            </a:br>
            <a:r>
              <a:rPr lang="en-GB"/>
              <a:t>Master title</a:t>
            </a:r>
            <a:endParaRPr lang="nl-BE"/>
          </a:p>
        </p:txBody>
      </p:sp>
      <p:sp>
        <p:nvSpPr>
          <p:cNvPr id="13" name="Tijdelijke aanduiding voor tekst 34">
            <a:extLst>
              <a:ext uri="{FF2B5EF4-FFF2-40B4-BE49-F238E27FC236}">
                <a16:creationId xmlns:a16="http://schemas.microsoft.com/office/drawing/2014/main" id="{D370924C-39AB-C44E-065E-D58DEE7A14DD}"/>
              </a:ext>
            </a:extLst>
          </p:cNvPr>
          <p:cNvSpPr>
            <a:spLocks noGrp="1"/>
          </p:cNvSpPr>
          <p:nvPr>
            <p:ph type="body" sz="quarter" idx="32" hasCustomPrompt="1"/>
          </p:nvPr>
        </p:nvSpPr>
        <p:spPr>
          <a:xfrm>
            <a:off x="6323807" y="1937430"/>
            <a:ext cx="5281857" cy="1047313"/>
          </a:xfrm>
          <a:noFill/>
        </p:spPr>
        <p:txBody>
          <a:bodyPr wrap="square" lIns="90000" anchor="t">
            <a:noAutofit/>
          </a:bodyPr>
          <a:lstStyle>
            <a:lvl1pPr marL="0" indent="0" algn="l">
              <a:spcBef>
                <a:spcPts val="0"/>
              </a:spcBef>
              <a:buNone/>
              <a:defRPr lang="nl-NL" sz="2400" b="1" i="0" cap="all"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a:t>
            </a:r>
            <a:br>
              <a:rPr lang="en-GB"/>
            </a:br>
            <a:r>
              <a:rPr lang="en-GB"/>
              <a:t>Subtitle</a:t>
            </a:r>
          </a:p>
        </p:txBody>
      </p:sp>
      <p:sp>
        <p:nvSpPr>
          <p:cNvPr id="3" name="Tekstvak 2">
            <a:extLst>
              <a:ext uri="{FF2B5EF4-FFF2-40B4-BE49-F238E27FC236}">
                <a16:creationId xmlns:a16="http://schemas.microsoft.com/office/drawing/2014/main" id="{0525C0AF-C25D-A1F7-DB81-E8268C2D857B}"/>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7" name="Tekstvak 6">
            <a:extLst>
              <a:ext uri="{FF2B5EF4-FFF2-40B4-BE49-F238E27FC236}">
                <a16:creationId xmlns:a16="http://schemas.microsoft.com/office/drawing/2014/main" id="{202681CE-E69E-9239-2AA0-398638B8C98B}"/>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8" name="Tijdelijke aanduiding voor dianummer 2">
            <a:extLst>
              <a:ext uri="{FF2B5EF4-FFF2-40B4-BE49-F238E27FC236}">
                <a16:creationId xmlns:a16="http://schemas.microsoft.com/office/drawing/2014/main" id="{972361D1-0A3B-401E-6F3C-33B3E61BF0FF}"/>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Tree>
    <p:extLst>
      <p:ext uri="{BB962C8B-B14F-4D97-AF65-F5344CB8AC3E}">
        <p14:creationId xmlns:p14="http://schemas.microsoft.com/office/powerpoint/2010/main" val="17807748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left + image">
    <p:bg>
      <p:bgPr>
        <a:solidFill>
          <a:schemeClr val="bg1"/>
        </a:solidFill>
        <a:effectLst/>
      </p:bgPr>
    </p:bg>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8643154B-F99E-AC3D-0391-99265471B63F}"/>
              </a:ext>
            </a:extLst>
          </p:cNvPr>
          <p:cNvSpPr>
            <a:spLocks noGrp="1"/>
          </p:cNvSpPr>
          <p:nvPr>
            <p:ph type="pic" sz="quarter" idx="10"/>
          </p:nvPr>
        </p:nvSpPr>
        <p:spPr>
          <a:xfrm>
            <a:off x="6473228" y="0"/>
            <a:ext cx="5718772" cy="6858000"/>
          </a:xfrm>
          <a:solidFill>
            <a:schemeClr val="bg1">
              <a:lumMod val="95000"/>
            </a:schemeClr>
          </a:solidFill>
        </p:spPr>
        <p:txBody>
          <a:bodyPr anchor="t">
            <a:normAutofit/>
          </a:bodyPr>
          <a:lstStyle>
            <a:lvl1pPr marL="0" indent="0" algn="ctr">
              <a:buNone/>
              <a:defRPr sz="1200"/>
            </a:lvl1pPr>
          </a:lstStyle>
          <a:p>
            <a:r>
              <a:rPr lang="en-US"/>
              <a:t>Click icon to add picture</a:t>
            </a:r>
            <a:endParaRPr lang="nl-BE"/>
          </a:p>
        </p:txBody>
      </p:sp>
      <p:pic>
        <p:nvPicPr>
          <p:cNvPr id="5" name="Graphic 4">
            <a:extLst>
              <a:ext uri="{FF2B5EF4-FFF2-40B4-BE49-F238E27FC236}">
                <a16:creationId xmlns:a16="http://schemas.microsoft.com/office/drawing/2014/main" id="{58364C33-B024-3862-556F-BD26C533EA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7" name="Tijdelijke aanduiding voor tekst 24">
            <a:extLst>
              <a:ext uri="{FF2B5EF4-FFF2-40B4-BE49-F238E27FC236}">
                <a16:creationId xmlns:a16="http://schemas.microsoft.com/office/drawing/2014/main" id="{6E846869-D562-0A8E-4279-DD7D97AF0C91}"/>
              </a:ext>
            </a:extLst>
          </p:cNvPr>
          <p:cNvSpPr>
            <a:spLocks noGrp="1"/>
          </p:cNvSpPr>
          <p:nvPr>
            <p:ph type="body" sz="quarter" idx="36" hasCustomPrompt="1"/>
          </p:nvPr>
        </p:nvSpPr>
        <p:spPr>
          <a:xfrm>
            <a:off x="900000" y="1894234"/>
            <a:ext cx="5276849" cy="4294943"/>
          </a:xfrm>
          <a:noFill/>
        </p:spPr>
        <p:txBody>
          <a:bodyPr/>
          <a:lstStyle>
            <a:lvl1pPr>
              <a:defRPr/>
            </a:lvl1pPr>
            <a:lvl2pPr>
              <a:defRPr/>
            </a:lvl2pPr>
            <a:lvl3pPr>
              <a:defRPr/>
            </a:lvl3pPr>
            <a:lvl4pPr>
              <a:defRPr/>
            </a:lvl4pPr>
            <a:lvl5pPr>
              <a:buFont typeface="Arial" panose="020B0604020202020204" pitchFamily="34" charset="0"/>
              <a:buChar char="•"/>
              <a:defRPr/>
            </a:lvl5pPr>
          </a:lstStyle>
          <a:p>
            <a:pPr lvl="0"/>
            <a:r>
              <a:rPr lang="nl-NL"/>
              <a:t>Click </a:t>
            </a:r>
            <a:r>
              <a:rPr lang="nl-NL" err="1"/>
              <a:t>to</a:t>
            </a:r>
            <a:r>
              <a:rPr lang="nl-NL"/>
              <a:t> </a:t>
            </a:r>
            <a:r>
              <a:rPr lang="nl-NL" err="1"/>
              <a:t>edit</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10" name="Titel 24">
            <a:extLst>
              <a:ext uri="{FF2B5EF4-FFF2-40B4-BE49-F238E27FC236}">
                <a16:creationId xmlns:a16="http://schemas.microsoft.com/office/drawing/2014/main" id="{5307A35E-3936-B8F7-F8C8-2AD1A4E43424}"/>
              </a:ext>
            </a:extLst>
          </p:cNvPr>
          <p:cNvSpPr>
            <a:spLocks noGrp="1"/>
          </p:cNvSpPr>
          <p:nvPr>
            <p:ph type="title" hasCustomPrompt="1"/>
          </p:nvPr>
        </p:nvSpPr>
        <p:spPr>
          <a:xfrm>
            <a:off x="478119" y="690762"/>
            <a:ext cx="5698730"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1" name="Tekstvak 10">
            <a:extLst>
              <a:ext uri="{FF2B5EF4-FFF2-40B4-BE49-F238E27FC236}">
                <a16:creationId xmlns:a16="http://schemas.microsoft.com/office/drawing/2014/main" id="{7D588869-52F5-B3C9-CB22-DC678DB9053A}"/>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2" name="Tekstvak 11">
            <a:extLst>
              <a:ext uri="{FF2B5EF4-FFF2-40B4-BE49-F238E27FC236}">
                <a16:creationId xmlns:a16="http://schemas.microsoft.com/office/drawing/2014/main" id="{CC632D49-C83B-099F-48D2-7389427DA874}"/>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3" name="Tijdelijke aanduiding voor dianummer 2">
            <a:extLst>
              <a:ext uri="{FF2B5EF4-FFF2-40B4-BE49-F238E27FC236}">
                <a16:creationId xmlns:a16="http://schemas.microsoft.com/office/drawing/2014/main" id="{90176E49-204D-412F-2586-9B23C9EDFC85}"/>
              </a:ext>
            </a:extLst>
          </p:cNvPr>
          <p:cNvSpPr>
            <a:spLocks noGrp="1"/>
          </p:cNvSpPr>
          <p:nvPr>
            <p:ph type="sldNum" sz="quarter" idx="27"/>
          </p:nvPr>
        </p:nvSpPr>
        <p:spPr>
          <a:xfrm>
            <a:off x="11020070" y="6401635"/>
            <a:ext cx="982162" cy="365125"/>
          </a:xfrm>
        </p:spPr>
        <p:txBody>
          <a:bodyPr/>
          <a:lstStyle>
            <a:lvl1pPr>
              <a:defRPr>
                <a:solidFill>
                  <a:schemeClr val="bg1"/>
                </a:solidFill>
              </a:defRPr>
            </a:lvl1pPr>
          </a:lstStyle>
          <a:p>
            <a:fld id="{AEF0F8F7-32FC-4374-ABF8-A7E9888C7A79}" type="slidenum">
              <a:rPr lang="nl-NL" smtClean="0"/>
              <a:pPr/>
              <a:t>‹#›</a:t>
            </a:fld>
            <a:endParaRPr lang="nl-NL"/>
          </a:p>
        </p:txBody>
      </p:sp>
    </p:spTree>
    <p:extLst>
      <p:ext uri="{BB962C8B-B14F-4D97-AF65-F5344CB8AC3E}">
        <p14:creationId xmlns:p14="http://schemas.microsoft.com/office/powerpoint/2010/main" val="603309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right + image">
    <p:bg>
      <p:bgPr>
        <a:solidFill>
          <a:schemeClr val="bg1"/>
        </a:solidFill>
        <a:effectLst/>
      </p:bgPr>
    </p:bg>
    <p:spTree>
      <p:nvGrpSpPr>
        <p:cNvPr id="1" name=""/>
        <p:cNvGrpSpPr/>
        <p:nvPr/>
      </p:nvGrpSpPr>
      <p:grpSpPr>
        <a:xfrm>
          <a:off x="0" y="0"/>
          <a:ext cx="0" cy="0"/>
          <a:chOff x="0" y="0"/>
          <a:chExt cx="0" cy="0"/>
        </a:xfrm>
      </p:grpSpPr>
      <p:sp>
        <p:nvSpPr>
          <p:cNvPr id="10" name="Tijdelijke aanduiding voor afbeelding 14">
            <a:extLst>
              <a:ext uri="{FF2B5EF4-FFF2-40B4-BE49-F238E27FC236}">
                <a16:creationId xmlns:a16="http://schemas.microsoft.com/office/drawing/2014/main" id="{F3904638-8F42-5DCB-41C3-55EA0F6040E3}"/>
              </a:ext>
            </a:extLst>
          </p:cNvPr>
          <p:cNvSpPr>
            <a:spLocks noGrp="1"/>
          </p:cNvSpPr>
          <p:nvPr>
            <p:ph type="pic" sz="quarter" idx="36"/>
          </p:nvPr>
        </p:nvSpPr>
        <p:spPr>
          <a:xfrm>
            <a:off x="0" y="0"/>
            <a:ext cx="5718772" cy="6858000"/>
          </a:xfrm>
          <a:solidFill>
            <a:schemeClr val="bg1">
              <a:lumMod val="95000"/>
            </a:schemeClr>
          </a:solidFill>
        </p:spPr>
        <p:txBody>
          <a:bodyPr anchor="t">
            <a:normAutofit/>
          </a:bodyPr>
          <a:lstStyle>
            <a:lvl1pPr marL="0" indent="0" algn="ctr">
              <a:buNone/>
              <a:defRPr sz="1200"/>
            </a:lvl1pPr>
          </a:lstStyle>
          <a:p>
            <a:r>
              <a:rPr lang="en-US"/>
              <a:t>Click icon to add picture</a:t>
            </a:r>
            <a:endParaRPr lang="nl-BE"/>
          </a:p>
        </p:txBody>
      </p:sp>
      <p:pic>
        <p:nvPicPr>
          <p:cNvPr id="5" name="Graphic 4">
            <a:extLst>
              <a:ext uri="{FF2B5EF4-FFF2-40B4-BE49-F238E27FC236}">
                <a16:creationId xmlns:a16="http://schemas.microsoft.com/office/drawing/2014/main" id="{5948325F-FB81-E978-ABEC-6498AACD66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3" name="Tijdelijke aanduiding voor tekst 24">
            <a:extLst>
              <a:ext uri="{FF2B5EF4-FFF2-40B4-BE49-F238E27FC236}">
                <a16:creationId xmlns:a16="http://schemas.microsoft.com/office/drawing/2014/main" id="{9F2CD34D-C1BC-0995-522E-DC1CDE02F108}"/>
              </a:ext>
            </a:extLst>
          </p:cNvPr>
          <p:cNvSpPr>
            <a:spLocks noGrp="1"/>
          </p:cNvSpPr>
          <p:nvPr>
            <p:ph type="body" sz="quarter" idx="37" hasCustomPrompt="1"/>
          </p:nvPr>
        </p:nvSpPr>
        <p:spPr>
          <a:xfrm>
            <a:off x="6517881" y="1894234"/>
            <a:ext cx="5276849" cy="4294943"/>
          </a:xfrm>
          <a:noFill/>
        </p:spPr>
        <p:txBody>
          <a:bodyPr/>
          <a:lstStyle>
            <a:lvl1pPr>
              <a:defRPr/>
            </a:lvl1pPr>
            <a:lvl2pPr>
              <a:defRPr/>
            </a:lvl2pPr>
            <a:lvl3pPr>
              <a:defRPr/>
            </a:lvl3pPr>
            <a:lvl4pPr>
              <a:defRPr/>
            </a:lvl4pPr>
            <a:lvl5pPr>
              <a:buFont typeface="Arial" panose="020B0604020202020204" pitchFamily="34" charset="0"/>
              <a:buChar char="•"/>
              <a:defRPr/>
            </a:lvl5pPr>
          </a:lstStyle>
          <a:p>
            <a:pPr lvl="0"/>
            <a:r>
              <a:rPr lang="nl-NL"/>
              <a:t>Click </a:t>
            </a:r>
            <a:r>
              <a:rPr lang="nl-NL" err="1"/>
              <a:t>to</a:t>
            </a:r>
            <a:r>
              <a:rPr lang="nl-NL"/>
              <a:t> </a:t>
            </a:r>
            <a:r>
              <a:rPr lang="nl-NL" err="1"/>
              <a:t>edit</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7" name="Titel 24">
            <a:extLst>
              <a:ext uri="{FF2B5EF4-FFF2-40B4-BE49-F238E27FC236}">
                <a16:creationId xmlns:a16="http://schemas.microsoft.com/office/drawing/2014/main" id="{2202DBC8-6E5A-A797-DF7D-C53532AED612}"/>
              </a:ext>
            </a:extLst>
          </p:cNvPr>
          <p:cNvSpPr>
            <a:spLocks noGrp="1"/>
          </p:cNvSpPr>
          <p:nvPr>
            <p:ph type="title" hasCustomPrompt="1"/>
          </p:nvPr>
        </p:nvSpPr>
        <p:spPr>
          <a:xfrm>
            <a:off x="6096000" y="690762"/>
            <a:ext cx="5698730"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8" name="Tekstvak 7">
            <a:extLst>
              <a:ext uri="{FF2B5EF4-FFF2-40B4-BE49-F238E27FC236}">
                <a16:creationId xmlns:a16="http://schemas.microsoft.com/office/drawing/2014/main" id="{1D8D682F-4BF6-DC6F-4A32-6E3C4BC00B85}"/>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9" name="Tekstvak 8">
            <a:extLst>
              <a:ext uri="{FF2B5EF4-FFF2-40B4-BE49-F238E27FC236}">
                <a16:creationId xmlns:a16="http://schemas.microsoft.com/office/drawing/2014/main" id="{083388F1-11D8-3694-8E98-630DD048A8E7}"/>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4" name="Tijdelijke aanduiding voor dianummer 2">
            <a:extLst>
              <a:ext uri="{FF2B5EF4-FFF2-40B4-BE49-F238E27FC236}">
                <a16:creationId xmlns:a16="http://schemas.microsoft.com/office/drawing/2014/main" id="{15A1EF98-CD88-FEAC-9299-8FB6956C6DCE}"/>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Tree>
    <p:extLst>
      <p:ext uri="{BB962C8B-B14F-4D97-AF65-F5344CB8AC3E}">
        <p14:creationId xmlns:p14="http://schemas.microsoft.com/office/powerpoint/2010/main" val="27763822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s left + image green">
    <p:bg>
      <p:bgPr>
        <a:solidFill>
          <a:schemeClr val="accent1"/>
        </a:solidFill>
        <a:effectLst/>
      </p:bgPr>
    </p:bg>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8643154B-F99E-AC3D-0391-99265471B63F}"/>
              </a:ext>
            </a:extLst>
          </p:cNvPr>
          <p:cNvSpPr>
            <a:spLocks noGrp="1"/>
          </p:cNvSpPr>
          <p:nvPr>
            <p:ph type="pic" sz="quarter" idx="10"/>
          </p:nvPr>
        </p:nvSpPr>
        <p:spPr>
          <a:xfrm>
            <a:off x="6473228" y="0"/>
            <a:ext cx="5718772" cy="6858000"/>
          </a:xfrm>
          <a:solidFill>
            <a:schemeClr val="bg1">
              <a:lumMod val="95000"/>
            </a:schemeClr>
          </a:solidFill>
        </p:spPr>
        <p:txBody>
          <a:bodyPr anchor="t">
            <a:normAutofit/>
          </a:bodyPr>
          <a:lstStyle>
            <a:lvl1pPr marL="0" indent="0" algn="ctr">
              <a:buNone/>
              <a:defRPr sz="1200"/>
            </a:lvl1pPr>
          </a:lstStyle>
          <a:p>
            <a:r>
              <a:rPr lang="en-US"/>
              <a:t>Click icon to add picture</a:t>
            </a:r>
            <a:endParaRPr lang="nl-BE"/>
          </a:p>
        </p:txBody>
      </p:sp>
      <p:sp>
        <p:nvSpPr>
          <p:cNvPr id="18" name="Tijdelijke aanduiding voor tekst 25">
            <a:extLst>
              <a:ext uri="{FF2B5EF4-FFF2-40B4-BE49-F238E27FC236}">
                <a16:creationId xmlns:a16="http://schemas.microsoft.com/office/drawing/2014/main" id="{97F45B12-13E7-9FC3-DE4B-AC85A14688E4}"/>
              </a:ext>
            </a:extLst>
          </p:cNvPr>
          <p:cNvSpPr>
            <a:spLocks noGrp="1"/>
          </p:cNvSpPr>
          <p:nvPr>
            <p:ph type="body" sz="quarter" idx="13" hasCustomPrompt="1"/>
          </p:nvPr>
        </p:nvSpPr>
        <p:spPr>
          <a:xfrm>
            <a:off x="328030" y="4982330"/>
            <a:ext cx="5767970" cy="536087"/>
          </a:xfrm>
        </p:spPr>
        <p:txBody>
          <a:bodyPr anchor="t">
            <a:noAutofit/>
          </a:bodyPr>
          <a:lstStyle>
            <a:lvl1pPr marL="0" indent="0" algn="ctr">
              <a:spcBef>
                <a:spcPts val="0"/>
              </a:spcBef>
              <a:buNone/>
              <a:defRPr sz="1600" b="1" cap="all" baseline="0">
                <a:solidFill>
                  <a:schemeClr val="accent3"/>
                </a:solidFill>
              </a:defRPr>
            </a:lvl1pPr>
            <a:lvl2pPr marL="457200" indent="0" algn="ctr">
              <a:buNone/>
              <a:defRPr sz="1800" b="1">
                <a:solidFill>
                  <a:schemeClr val="accent2"/>
                </a:solidFill>
              </a:defRPr>
            </a:lvl2pPr>
          </a:lstStyle>
          <a:p>
            <a:pPr lvl="0"/>
            <a:r>
              <a:rPr lang="en-GB"/>
              <a:t>Click to edit text</a:t>
            </a:r>
          </a:p>
        </p:txBody>
      </p:sp>
      <p:pic>
        <p:nvPicPr>
          <p:cNvPr id="5" name="Graphic 4">
            <a:extLst>
              <a:ext uri="{FF2B5EF4-FFF2-40B4-BE49-F238E27FC236}">
                <a16:creationId xmlns:a16="http://schemas.microsoft.com/office/drawing/2014/main" id="{58364C33-B024-3862-556F-BD26C533EA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8" name="Titel 24">
            <a:extLst>
              <a:ext uri="{FF2B5EF4-FFF2-40B4-BE49-F238E27FC236}">
                <a16:creationId xmlns:a16="http://schemas.microsoft.com/office/drawing/2014/main" id="{76767F63-0BF9-B54A-1E06-F7686AF487EA}"/>
              </a:ext>
            </a:extLst>
          </p:cNvPr>
          <p:cNvSpPr>
            <a:spLocks noGrp="1"/>
          </p:cNvSpPr>
          <p:nvPr>
            <p:ph type="title" hasCustomPrompt="1"/>
          </p:nvPr>
        </p:nvSpPr>
        <p:spPr>
          <a:xfrm>
            <a:off x="642127" y="726380"/>
            <a:ext cx="5453873" cy="1240993"/>
          </a:xfrm>
        </p:spPr>
        <p:txBody>
          <a:bodyPr anchor="b">
            <a:noAutofit/>
          </a:bodyPr>
          <a:lstStyle>
            <a:lvl1pPr>
              <a:defRPr sz="2400" b="1" i="0" cap="all" baseline="0">
                <a:solidFill>
                  <a:schemeClr val="accent3"/>
                </a:solidFill>
                <a:latin typeface="Rubik" pitchFamily="2" charset="-79"/>
                <a:cs typeface="Rubik" pitchFamily="2" charset="-79"/>
              </a:defRPr>
            </a:lvl1pPr>
          </a:lstStyle>
          <a:p>
            <a:r>
              <a:rPr lang="en-GB"/>
              <a:t>Click to edit </a:t>
            </a:r>
            <a:br>
              <a:rPr lang="en-GB"/>
            </a:br>
            <a:r>
              <a:rPr lang="en-GB"/>
              <a:t>Master title</a:t>
            </a:r>
            <a:endParaRPr lang="nl-BE"/>
          </a:p>
        </p:txBody>
      </p:sp>
      <p:sp>
        <p:nvSpPr>
          <p:cNvPr id="9" name="Tijdelijke aanduiding voor afbeelding 6">
            <a:extLst>
              <a:ext uri="{FF2B5EF4-FFF2-40B4-BE49-F238E27FC236}">
                <a16:creationId xmlns:a16="http://schemas.microsoft.com/office/drawing/2014/main" id="{BEA6263C-D69A-7BFC-AB46-716A248CC6B1}"/>
              </a:ext>
            </a:extLst>
          </p:cNvPr>
          <p:cNvSpPr>
            <a:spLocks noGrp="1"/>
          </p:cNvSpPr>
          <p:nvPr>
            <p:ph type="pic" sz="quarter" idx="29" hasCustomPrompt="1"/>
          </p:nvPr>
        </p:nvSpPr>
        <p:spPr>
          <a:xfrm>
            <a:off x="2429292" y="3272340"/>
            <a:ext cx="1565446" cy="1579102"/>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4" name="Tijdelijke aanduiding voor tekst 34">
            <a:extLst>
              <a:ext uri="{FF2B5EF4-FFF2-40B4-BE49-F238E27FC236}">
                <a16:creationId xmlns:a16="http://schemas.microsoft.com/office/drawing/2014/main" id="{2A0675FF-7A26-7BEE-145F-22234D6DBC1A}"/>
              </a:ext>
            </a:extLst>
          </p:cNvPr>
          <p:cNvSpPr>
            <a:spLocks noGrp="1"/>
          </p:cNvSpPr>
          <p:nvPr>
            <p:ph type="body" sz="quarter" idx="32" hasCustomPrompt="1"/>
          </p:nvPr>
        </p:nvSpPr>
        <p:spPr>
          <a:xfrm>
            <a:off x="642127" y="1937430"/>
            <a:ext cx="5453873" cy="1047313"/>
          </a:xfrm>
          <a:noFill/>
        </p:spPr>
        <p:txBody>
          <a:bodyPr wrap="square" lIns="90000" anchor="t">
            <a:noAutofit/>
          </a:bodyPr>
          <a:lstStyle>
            <a:lvl1pPr marL="0" indent="0" algn="l">
              <a:spcBef>
                <a:spcPts val="0"/>
              </a:spcBef>
              <a:buNone/>
              <a:defRPr lang="nl-NL" sz="2400" b="1" i="0" cap="all" baseline="0" dirty="0">
                <a:solidFill>
                  <a:schemeClr val="bg1"/>
                </a:solidFill>
                <a:latin typeface="Rubik" pitchFamily="2" charset="-79"/>
                <a:cs typeface="Rubik" pitchFamily="2" charset="-79"/>
              </a:defRPr>
            </a:lvl1pPr>
          </a:lstStyle>
          <a:p>
            <a:pPr marL="0" lvl="0" defTabSz="914377" fontAlgn="auto">
              <a:spcAft>
                <a:spcPts val="0"/>
              </a:spcAft>
              <a:buClr>
                <a:prstClr val="white"/>
              </a:buClr>
            </a:pPr>
            <a:r>
              <a:rPr lang="en-GB"/>
              <a:t>Click to edit Master </a:t>
            </a:r>
            <a:br>
              <a:rPr lang="en-GB"/>
            </a:br>
            <a:r>
              <a:rPr lang="en-GB"/>
              <a:t>Subtitle</a:t>
            </a:r>
          </a:p>
        </p:txBody>
      </p:sp>
      <p:sp>
        <p:nvSpPr>
          <p:cNvPr id="3" name="Tekstvak 2">
            <a:extLst>
              <a:ext uri="{FF2B5EF4-FFF2-40B4-BE49-F238E27FC236}">
                <a16:creationId xmlns:a16="http://schemas.microsoft.com/office/drawing/2014/main" id="{6F0BFD97-8A55-AEF3-1D24-BAB3AD242F94}"/>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4" name="Tekstvak 3">
            <a:extLst>
              <a:ext uri="{FF2B5EF4-FFF2-40B4-BE49-F238E27FC236}">
                <a16:creationId xmlns:a16="http://schemas.microsoft.com/office/drawing/2014/main" id="{C552708E-DBEC-C7B7-01E0-3DEA79432822}"/>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7" name="Tijdelijke aanduiding voor dianummer 2">
            <a:extLst>
              <a:ext uri="{FF2B5EF4-FFF2-40B4-BE49-F238E27FC236}">
                <a16:creationId xmlns:a16="http://schemas.microsoft.com/office/drawing/2014/main" id="{F798A126-4212-26C4-ED19-D799AB83FC0E}"/>
              </a:ext>
            </a:extLst>
          </p:cNvPr>
          <p:cNvSpPr>
            <a:spLocks noGrp="1"/>
          </p:cNvSpPr>
          <p:nvPr>
            <p:ph type="sldNum" sz="quarter" idx="27"/>
          </p:nvPr>
        </p:nvSpPr>
        <p:spPr>
          <a:xfrm>
            <a:off x="11020070" y="6401635"/>
            <a:ext cx="982162" cy="365125"/>
          </a:xfrm>
        </p:spPr>
        <p:txBody>
          <a:bodyPr/>
          <a:lstStyle>
            <a:lvl1pPr>
              <a:defRPr>
                <a:solidFill>
                  <a:schemeClr val="bg1"/>
                </a:solidFill>
              </a:defRPr>
            </a:lvl1pPr>
          </a:lstStyle>
          <a:p>
            <a:fld id="{AEF0F8F7-32FC-4374-ABF8-A7E9888C7A79}" type="slidenum">
              <a:rPr lang="nl-NL" smtClean="0"/>
              <a:pPr/>
              <a:t>‹#›</a:t>
            </a:fld>
            <a:endParaRPr lang="nl-NL"/>
          </a:p>
        </p:txBody>
      </p:sp>
    </p:spTree>
    <p:extLst>
      <p:ext uri="{BB962C8B-B14F-4D97-AF65-F5344CB8AC3E}">
        <p14:creationId xmlns:p14="http://schemas.microsoft.com/office/powerpoint/2010/main" val="2835499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s right + image green">
    <p:bg>
      <p:bgPr>
        <a:solidFill>
          <a:schemeClr val="accent1"/>
        </a:solidFill>
        <a:effectLst/>
      </p:bgPr>
    </p:bg>
    <p:spTree>
      <p:nvGrpSpPr>
        <p:cNvPr id="1" name=""/>
        <p:cNvGrpSpPr/>
        <p:nvPr/>
      </p:nvGrpSpPr>
      <p:grpSpPr>
        <a:xfrm>
          <a:off x="0" y="0"/>
          <a:ext cx="0" cy="0"/>
          <a:chOff x="0" y="0"/>
          <a:chExt cx="0" cy="0"/>
        </a:xfrm>
      </p:grpSpPr>
      <p:sp>
        <p:nvSpPr>
          <p:cNvPr id="10" name="Tijdelijke aanduiding voor afbeelding 14">
            <a:extLst>
              <a:ext uri="{FF2B5EF4-FFF2-40B4-BE49-F238E27FC236}">
                <a16:creationId xmlns:a16="http://schemas.microsoft.com/office/drawing/2014/main" id="{F3904638-8F42-5DCB-41C3-55EA0F6040E3}"/>
              </a:ext>
            </a:extLst>
          </p:cNvPr>
          <p:cNvSpPr>
            <a:spLocks noGrp="1"/>
          </p:cNvSpPr>
          <p:nvPr>
            <p:ph type="pic" sz="quarter" idx="36"/>
          </p:nvPr>
        </p:nvSpPr>
        <p:spPr>
          <a:xfrm>
            <a:off x="0" y="0"/>
            <a:ext cx="5718772" cy="6858000"/>
          </a:xfrm>
          <a:solidFill>
            <a:schemeClr val="bg1">
              <a:lumMod val="95000"/>
            </a:schemeClr>
          </a:solidFill>
        </p:spPr>
        <p:txBody>
          <a:bodyPr anchor="t">
            <a:normAutofit/>
          </a:bodyPr>
          <a:lstStyle>
            <a:lvl1pPr marL="0" indent="0" algn="ctr">
              <a:buNone/>
              <a:defRPr sz="1200"/>
            </a:lvl1pPr>
          </a:lstStyle>
          <a:p>
            <a:r>
              <a:rPr lang="en-US"/>
              <a:t>Click icon to add picture</a:t>
            </a:r>
            <a:endParaRPr lang="nl-BE"/>
          </a:p>
        </p:txBody>
      </p:sp>
      <p:sp>
        <p:nvSpPr>
          <p:cNvPr id="18" name="Tijdelijke aanduiding voor tekst 25">
            <a:extLst>
              <a:ext uri="{FF2B5EF4-FFF2-40B4-BE49-F238E27FC236}">
                <a16:creationId xmlns:a16="http://schemas.microsoft.com/office/drawing/2014/main" id="{97F45B12-13E7-9FC3-DE4B-AC85A14688E4}"/>
              </a:ext>
            </a:extLst>
          </p:cNvPr>
          <p:cNvSpPr>
            <a:spLocks noGrp="1"/>
          </p:cNvSpPr>
          <p:nvPr>
            <p:ph type="body" sz="quarter" idx="13" hasCustomPrompt="1"/>
          </p:nvPr>
        </p:nvSpPr>
        <p:spPr>
          <a:xfrm>
            <a:off x="6323807" y="5027602"/>
            <a:ext cx="5281857" cy="767612"/>
          </a:xfrm>
        </p:spPr>
        <p:txBody>
          <a:bodyPr anchor="t">
            <a:noAutofit/>
          </a:bodyPr>
          <a:lstStyle>
            <a:lvl1pPr marL="0" indent="0" algn="ctr">
              <a:spcBef>
                <a:spcPts val="0"/>
              </a:spcBef>
              <a:buNone/>
              <a:defRPr sz="1600" b="1" cap="all" baseline="0">
                <a:solidFill>
                  <a:schemeClr val="accent3"/>
                </a:solidFill>
              </a:defRPr>
            </a:lvl1pPr>
            <a:lvl2pPr marL="457200" indent="0" algn="ctr">
              <a:buNone/>
              <a:defRPr sz="1800" b="1">
                <a:solidFill>
                  <a:schemeClr val="accent1"/>
                </a:solidFill>
              </a:defRPr>
            </a:lvl2pPr>
          </a:lstStyle>
          <a:p>
            <a:pPr lvl="0"/>
            <a:r>
              <a:rPr lang="en-GB"/>
              <a:t>Customized</a:t>
            </a:r>
          </a:p>
          <a:p>
            <a:pPr lvl="0"/>
            <a:r>
              <a:rPr lang="en-GB"/>
              <a:t>INNOVATION</a:t>
            </a:r>
          </a:p>
        </p:txBody>
      </p:sp>
      <p:pic>
        <p:nvPicPr>
          <p:cNvPr id="5" name="Graphic 4">
            <a:extLst>
              <a:ext uri="{FF2B5EF4-FFF2-40B4-BE49-F238E27FC236}">
                <a16:creationId xmlns:a16="http://schemas.microsoft.com/office/drawing/2014/main" id="{5948325F-FB81-E978-ABEC-6498AACD66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11" name="Tijdelijke aanduiding voor afbeelding 6">
            <a:extLst>
              <a:ext uri="{FF2B5EF4-FFF2-40B4-BE49-F238E27FC236}">
                <a16:creationId xmlns:a16="http://schemas.microsoft.com/office/drawing/2014/main" id="{5459080B-368D-8C5C-EA69-14A8ECFE46CC}"/>
              </a:ext>
            </a:extLst>
          </p:cNvPr>
          <p:cNvSpPr>
            <a:spLocks noGrp="1"/>
          </p:cNvSpPr>
          <p:nvPr>
            <p:ph type="pic" sz="quarter" idx="37" hasCustomPrompt="1"/>
          </p:nvPr>
        </p:nvSpPr>
        <p:spPr>
          <a:xfrm>
            <a:off x="8182012" y="3272340"/>
            <a:ext cx="1565446" cy="1579102"/>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2" name="Titel 24">
            <a:extLst>
              <a:ext uri="{FF2B5EF4-FFF2-40B4-BE49-F238E27FC236}">
                <a16:creationId xmlns:a16="http://schemas.microsoft.com/office/drawing/2014/main" id="{42A4B525-A89D-638A-EE92-B622FE1CF771}"/>
              </a:ext>
            </a:extLst>
          </p:cNvPr>
          <p:cNvSpPr>
            <a:spLocks noGrp="1"/>
          </p:cNvSpPr>
          <p:nvPr>
            <p:ph type="title" hasCustomPrompt="1"/>
          </p:nvPr>
        </p:nvSpPr>
        <p:spPr>
          <a:xfrm>
            <a:off x="6323807" y="726380"/>
            <a:ext cx="5281857" cy="1240993"/>
          </a:xfrm>
        </p:spPr>
        <p:txBody>
          <a:bodyPr anchor="b">
            <a:noAutofit/>
          </a:bodyPr>
          <a:lstStyle>
            <a:lvl1pPr>
              <a:defRPr sz="2400" b="1" i="0" cap="all" baseline="0">
                <a:solidFill>
                  <a:schemeClr val="accent3"/>
                </a:solidFill>
                <a:latin typeface="Rubik" pitchFamily="2" charset="-79"/>
                <a:cs typeface="Rubik" pitchFamily="2" charset="-79"/>
              </a:defRPr>
            </a:lvl1pPr>
          </a:lstStyle>
          <a:p>
            <a:r>
              <a:rPr lang="en-GB"/>
              <a:t>Click to edit </a:t>
            </a:r>
            <a:br>
              <a:rPr lang="en-GB"/>
            </a:br>
            <a:r>
              <a:rPr lang="en-GB"/>
              <a:t>Master title</a:t>
            </a:r>
            <a:endParaRPr lang="nl-BE"/>
          </a:p>
        </p:txBody>
      </p:sp>
      <p:sp>
        <p:nvSpPr>
          <p:cNvPr id="13" name="Tijdelijke aanduiding voor tekst 34">
            <a:extLst>
              <a:ext uri="{FF2B5EF4-FFF2-40B4-BE49-F238E27FC236}">
                <a16:creationId xmlns:a16="http://schemas.microsoft.com/office/drawing/2014/main" id="{D370924C-39AB-C44E-065E-D58DEE7A14DD}"/>
              </a:ext>
            </a:extLst>
          </p:cNvPr>
          <p:cNvSpPr>
            <a:spLocks noGrp="1"/>
          </p:cNvSpPr>
          <p:nvPr>
            <p:ph type="body" sz="quarter" idx="32" hasCustomPrompt="1"/>
          </p:nvPr>
        </p:nvSpPr>
        <p:spPr>
          <a:xfrm>
            <a:off x="6323807" y="1937430"/>
            <a:ext cx="5281857" cy="1047313"/>
          </a:xfrm>
          <a:noFill/>
        </p:spPr>
        <p:txBody>
          <a:bodyPr wrap="square" lIns="90000" anchor="t">
            <a:noAutofit/>
          </a:bodyPr>
          <a:lstStyle>
            <a:lvl1pPr marL="0" indent="0" algn="l">
              <a:spcBef>
                <a:spcPts val="0"/>
              </a:spcBef>
              <a:buNone/>
              <a:defRPr lang="nl-NL" sz="2400" b="1" i="0" cap="all" baseline="0" dirty="0">
                <a:solidFill>
                  <a:schemeClr val="bg1"/>
                </a:solidFill>
                <a:latin typeface="Rubik" pitchFamily="2" charset="-79"/>
                <a:cs typeface="Rubik" pitchFamily="2" charset="-79"/>
              </a:defRPr>
            </a:lvl1pPr>
          </a:lstStyle>
          <a:p>
            <a:pPr marL="0" lvl="0" defTabSz="914377" fontAlgn="auto">
              <a:spcAft>
                <a:spcPts val="0"/>
              </a:spcAft>
              <a:buClr>
                <a:prstClr val="white"/>
              </a:buClr>
            </a:pPr>
            <a:r>
              <a:rPr lang="en-GB"/>
              <a:t>Click to edit Master </a:t>
            </a:r>
            <a:br>
              <a:rPr lang="en-GB"/>
            </a:br>
            <a:r>
              <a:rPr lang="en-GB"/>
              <a:t>Subtitle</a:t>
            </a:r>
          </a:p>
        </p:txBody>
      </p:sp>
      <p:sp>
        <p:nvSpPr>
          <p:cNvPr id="3" name="Tekstvak 2">
            <a:extLst>
              <a:ext uri="{FF2B5EF4-FFF2-40B4-BE49-F238E27FC236}">
                <a16:creationId xmlns:a16="http://schemas.microsoft.com/office/drawing/2014/main" id="{0525C0AF-C25D-A1F7-DB81-E8268C2D857B}"/>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7" name="Tekstvak 6">
            <a:extLst>
              <a:ext uri="{FF2B5EF4-FFF2-40B4-BE49-F238E27FC236}">
                <a16:creationId xmlns:a16="http://schemas.microsoft.com/office/drawing/2014/main" id="{202681CE-E69E-9239-2AA0-398638B8C98B}"/>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8" name="Tijdelijke aanduiding voor dianummer 2">
            <a:extLst>
              <a:ext uri="{FF2B5EF4-FFF2-40B4-BE49-F238E27FC236}">
                <a16:creationId xmlns:a16="http://schemas.microsoft.com/office/drawing/2014/main" id="{972361D1-0A3B-401E-6F3C-33B3E61BF0FF}"/>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Tree>
    <p:extLst>
      <p:ext uri="{BB962C8B-B14F-4D97-AF65-F5344CB8AC3E}">
        <p14:creationId xmlns:p14="http://schemas.microsoft.com/office/powerpoint/2010/main" val="14296807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left + image green">
    <p:bg>
      <p:bgPr>
        <a:solidFill>
          <a:schemeClr val="accent1"/>
        </a:solidFill>
        <a:effectLst/>
      </p:bgPr>
    </p:bg>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8643154B-F99E-AC3D-0391-99265471B63F}"/>
              </a:ext>
            </a:extLst>
          </p:cNvPr>
          <p:cNvSpPr>
            <a:spLocks noGrp="1"/>
          </p:cNvSpPr>
          <p:nvPr>
            <p:ph type="pic" sz="quarter" idx="10"/>
          </p:nvPr>
        </p:nvSpPr>
        <p:spPr>
          <a:xfrm>
            <a:off x="6473228" y="0"/>
            <a:ext cx="5718772" cy="6858000"/>
          </a:xfrm>
          <a:solidFill>
            <a:schemeClr val="bg1">
              <a:lumMod val="95000"/>
            </a:schemeClr>
          </a:solidFill>
        </p:spPr>
        <p:txBody>
          <a:bodyPr anchor="t">
            <a:normAutofit/>
          </a:bodyPr>
          <a:lstStyle>
            <a:lvl1pPr marL="0" indent="0" algn="ctr">
              <a:buNone/>
              <a:defRPr sz="1200"/>
            </a:lvl1pPr>
          </a:lstStyle>
          <a:p>
            <a:r>
              <a:rPr lang="en-US"/>
              <a:t>Click icon to add picture</a:t>
            </a:r>
            <a:endParaRPr lang="nl-BE"/>
          </a:p>
        </p:txBody>
      </p:sp>
      <p:pic>
        <p:nvPicPr>
          <p:cNvPr id="5" name="Graphic 4">
            <a:extLst>
              <a:ext uri="{FF2B5EF4-FFF2-40B4-BE49-F238E27FC236}">
                <a16:creationId xmlns:a16="http://schemas.microsoft.com/office/drawing/2014/main" id="{58364C33-B024-3862-556F-BD26C533EA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7" name="Tijdelijke aanduiding voor tekst 24">
            <a:extLst>
              <a:ext uri="{FF2B5EF4-FFF2-40B4-BE49-F238E27FC236}">
                <a16:creationId xmlns:a16="http://schemas.microsoft.com/office/drawing/2014/main" id="{6E846869-D562-0A8E-4279-DD7D97AF0C91}"/>
              </a:ext>
            </a:extLst>
          </p:cNvPr>
          <p:cNvSpPr>
            <a:spLocks noGrp="1"/>
          </p:cNvSpPr>
          <p:nvPr>
            <p:ph type="body" sz="quarter" idx="36" hasCustomPrompt="1"/>
          </p:nvPr>
        </p:nvSpPr>
        <p:spPr>
          <a:xfrm>
            <a:off x="900000" y="1894234"/>
            <a:ext cx="5276849" cy="4294943"/>
          </a:xfrm>
          <a:noFill/>
        </p:spPr>
        <p:txBody>
          <a:bodyPr/>
          <a:lstStyle>
            <a:lvl1pPr>
              <a:defRPr/>
            </a:lvl1pPr>
            <a:lvl2pPr>
              <a:defRPr/>
            </a:lvl2pPr>
            <a:lvl3pPr>
              <a:defRPr/>
            </a:lvl3pPr>
            <a:lvl4pPr>
              <a:defRPr/>
            </a:lvl4pPr>
            <a:lvl5pPr>
              <a:buFont typeface="Arial" panose="020B0604020202020204" pitchFamily="34" charset="0"/>
              <a:buChar char="•"/>
              <a:defRPr/>
            </a:lvl5pPr>
          </a:lstStyle>
          <a:p>
            <a:pPr lvl="0"/>
            <a:r>
              <a:rPr lang="nl-NL"/>
              <a:t>Click </a:t>
            </a:r>
            <a:r>
              <a:rPr lang="nl-NL" err="1"/>
              <a:t>to</a:t>
            </a:r>
            <a:r>
              <a:rPr lang="nl-NL"/>
              <a:t> </a:t>
            </a:r>
            <a:r>
              <a:rPr lang="nl-NL" err="1"/>
              <a:t>edit</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10" name="Titel 24">
            <a:extLst>
              <a:ext uri="{FF2B5EF4-FFF2-40B4-BE49-F238E27FC236}">
                <a16:creationId xmlns:a16="http://schemas.microsoft.com/office/drawing/2014/main" id="{5307A35E-3936-B8F7-F8C8-2AD1A4E43424}"/>
              </a:ext>
            </a:extLst>
          </p:cNvPr>
          <p:cNvSpPr>
            <a:spLocks noGrp="1"/>
          </p:cNvSpPr>
          <p:nvPr>
            <p:ph type="title" hasCustomPrompt="1"/>
          </p:nvPr>
        </p:nvSpPr>
        <p:spPr>
          <a:xfrm>
            <a:off x="189770" y="690762"/>
            <a:ext cx="5987079"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1" name="Tekstvak 10">
            <a:extLst>
              <a:ext uri="{FF2B5EF4-FFF2-40B4-BE49-F238E27FC236}">
                <a16:creationId xmlns:a16="http://schemas.microsoft.com/office/drawing/2014/main" id="{7D588869-52F5-B3C9-CB22-DC678DB9053A}"/>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2" name="Tekstvak 11">
            <a:extLst>
              <a:ext uri="{FF2B5EF4-FFF2-40B4-BE49-F238E27FC236}">
                <a16:creationId xmlns:a16="http://schemas.microsoft.com/office/drawing/2014/main" id="{CC632D49-C83B-099F-48D2-7389427DA874}"/>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3" name="Tijdelijke aanduiding voor dianummer 2">
            <a:extLst>
              <a:ext uri="{FF2B5EF4-FFF2-40B4-BE49-F238E27FC236}">
                <a16:creationId xmlns:a16="http://schemas.microsoft.com/office/drawing/2014/main" id="{90176E49-204D-412F-2586-9B23C9EDFC85}"/>
              </a:ext>
            </a:extLst>
          </p:cNvPr>
          <p:cNvSpPr>
            <a:spLocks noGrp="1"/>
          </p:cNvSpPr>
          <p:nvPr>
            <p:ph type="sldNum" sz="quarter" idx="27"/>
          </p:nvPr>
        </p:nvSpPr>
        <p:spPr>
          <a:xfrm>
            <a:off x="11020070" y="6401635"/>
            <a:ext cx="982162" cy="365125"/>
          </a:xfrm>
        </p:spPr>
        <p:txBody>
          <a:bodyPr/>
          <a:lstStyle>
            <a:lvl1pPr>
              <a:defRPr>
                <a:solidFill>
                  <a:schemeClr val="bg1"/>
                </a:solidFill>
              </a:defRPr>
            </a:lvl1pPr>
          </a:lstStyle>
          <a:p>
            <a:fld id="{AEF0F8F7-32FC-4374-ABF8-A7E9888C7A79}" type="slidenum">
              <a:rPr lang="nl-NL" smtClean="0"/>
              <a:pPr/>
              <a:t>‹#›</a:t>
            </a:fld>
            <a:endParaRPr lang="nl-NL"/>
          </a:p>
        </p:txBody>
      </p:sp>
    </p:spTree>
    <p:extLst>
      <p:ext uri="{BB962C8B-B14F-4D97-AF65-F5344CB8AC3E}">
        <p14:creationId xmlns:p14="http://schemas.microsoft.com/office/powerpoint/2010/main" val="1493409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right + image green">
    <p:bg>
      <p:bgPr>
        <a:solidFill>
          <a:schemeClr val="accent1"/>
        </a:solidFill>
        <a:effectLst/>
      </p:bgPr>
    </p:bg>
    <p:spTree>
      <p:nvGrpSpPr>
        <p:cNvPr id="1" name=""/>
        <p:cNvGrpSpPr/>
        <p:nvPr/>
      </p:nvGrpSpPr>
      <p:grpSpPr>
        <a:xfrm>
          <a:off x="0" y="0"/>
          <a:ext cx="0" cy="0"/>
          <a:chOff x="0" y="0"/>
          <a:chExt cx="0" cy="0"/>
        </a:xfrm>
      </p:grpSpPr>
      <p:sp>
        <p:nvSpPr>
          <p:cNvPr id="10" name="Tijdelijke aanduiding voor afbeelding 14">
            <a:extLst>
              <a:ext uri="{FF2B5EF4-FFF2-40B4-BE49-F238E27FC236}">
                <a16:creationId xmlns:a16="http://schemas.microsoft.com/office/drawing/2014/main" id="{F3904638-8F42-5DCB-41C3-55EA0F6040E3}"/>
              </a:ext>
            </a:extLst>
          </p:cNvPr>
          <p:cNvSpPr>
            <a:spLocks noGrp="1"/>
          </p:cNvSpPr>
          <p:nvPr>
            <p:ph type="pic" sz="quarter" idx="36"/>
          </p:nvPr>
        </p:nvSpPr>
        <p:spPr>
          <a:xfrm>
            <a:off x="0" y="0"/>
            <a:ext cx="5718772" cy="6858000"/>
          </a:xfrm>
          <a:solidFill>
            <a:schemeClr val="bg1">
              <a:lumMod val="95000"/>
            </a:schemeClr>
          </a:solidFill>
        </p:spPr>
        <p:txBody>
          <a:bodyPr anchor="t">
            <a:normAutofit/>
          </a:bodyPr>
          <a:lstStyle>
            <a:lvl1pPr marL="0" indent="0" algn="ctr">
              <a:buNone/>
              <a:defRPr sz="1200"/>
            </a:lvl1pPr>
          </a:lstStyle>
          <a:p>
            <a:r>
              <a:rPr lang="en-US"/>
              <a:t>Click icon to add picture</a:t>
            </a:r>
            <a:endParaRPr lang="nl-BE"/>
          </a:p>
        </p:txBody>
      </p:sp>
      <p:pic>
        <p:nvPicPr>
          <p:cNvPr id="5" name="Graphic 4">
            <a:extLst>
              <a:ext uri="{FF2B5EF4-FFF2-40B4-BE49-F238E27FC236}">
                <a16:creationId xmlns:a16="http://schemas.microsoft.com/office/drawing/2014/main" id="{5948325F-FB81-E978-ABEC-6498AACD66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3" name="Tijdelijke aanduiding voor tekst 24">
            <a:extLst>
              <a:ext uri="{FF2B5EF4-FFF2-40B4-BE49-F238E27FC236}">
                <a16:creationId xmlns:a16="http://schemas.microsoft.com/office/drawing/2014/main" id="{9F2CD34D-C1BC-0995-522E-DC1CDE02F108}"/>
              </a:ext>
            </a:extLst>
          </p:cNvPr>
          <p:cNvSpPr>
            <a:spLocks noGrp="1"/>
          </p:cNvSpPr>
          <p:nvPr>
            <p:ph type="body" sz="quarter" idx="37" hasCustomPrompt="1"/>
          </p:nvPr>
        </p:nvSpPr>
        <p:spPr>
          <a:xfrm>
            <a:off x="6517881" y="1894234"/>
            <a:ext cx="5276849" cy="4294943"/>
          </a:xfrm>
          <a:noFill/>
        </p:spPr>
        <p:txBody>
          <a:bodyPr/>
          <a:lstStyle>
            <a:lvl1pPr>
              <a:defRPr/>
            </a:lvl1pPr>
            <a:lvl2pPr>
              <a:defRPr/>
            </a:lvl2pPr>
            <a:lvl3pPr>
              <a:defRPr/>
            </a:lvl3pPr>
            <a:lvl4pPr>
              <a:defRPr/>
            </a:lvl4pPr>
            <a:lvl5pPr>
              <a:buFont typeface="Arial" panose="020B0604020202020204" pitchFamily="34" charset="0"/>
              <a:buChar char="•"/>
              <a:defRPr/>
            </a:lvl5pPr>
          </a:lstStyle>
          <a:p>
            <a:pPr lvl="0"/>
            <a:r>
              <a:rPr lang="nl-NL"/>
              <a:t>Click </a:t>
            </a:r>
            <a:r>
              <a:rPr lang="nl-NL" err="1"/>
              <a:t>to</a:t>
            </a:r>
            <a:r>
              <a:rPr lang="nl-NL"/>
              <a:t> </a:t>
            </a:r>
            <a:r>
              <a:rPr lang="nl-NL" err="1"/>
              <a:t>edit</a:t>
            </a:r>
            <a:r>
              <a:rPr lang="nl-NL"/>
              <a:t> </a:t>
            </a:r>
            <a:r>
              <a:rPr lang="nl-NL" err="1"/>
              <a:t>text</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7" name="Titel 24">
            <a:extLst>
              <a:ext uri="{FF2B5EF4-FFF2-40B4-BE49-F238E27FC236}">
                <a16:creationId xmlns:a16="http://schemas.microsoft.com/office/drawing/2014/main" id="{2202DBC8-6E5A-A797-DF7D-C53532AED612}"/>
              </a:ext>
            </a:extLst>
          </p:cNvPr>
          <p:cNvSpPr>
            <a:spLocks noGrp="1"/>
          </p:cNvSpPr>
          <p:nvPr>
            <p:ph type="title" hasCustomPrompt="1"/>
          </p:nvPr>
        </p:nvSpPr>
        <p:spPr>
          <a:xfrm>
            <a:off x="5821680" y="690762"/>
            <a:ext cx="5973050"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8" name="Tekstvak 7">
            <a:extLst>
              <a:ext uri="{FF2B5EF4-FFF2-40B4-BE49-F238E27FC236}">
                <a16:creationId xmlns:a16="http://schemas.microsoft.com/office/drawing/2014/main" id="{1D8D682F-4BF6-DC6F-4A32-6E3C4BC00B85}"/>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9" name="Tekstvak 8">
            <a:extLst>
              <a:ext uri="{FF2B5EF4-FFF2-40B4-BE49-F238E27FC236}">
                <a16:creationId xmlns:a16="http://schemas.microsoft.com/office/drawing/2014/main" id="{083388F1-11D8-3694-8E98-630DD048A8E7}"/>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4" name="Tijdelijke aanduiding voor dianummer 2">
            <a:extLst>
              <a:ext uri="{FF2B5EF4-FFF2-40B4-BE49-F238E27FC236}">
                <a16:creationId xmlns:a16="http://schemas.microsoft.com/office/drawing/2014/main" id="{15A1EF98-CD88-FEAC-9299-8FB6956C6DCE}"/>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Tree>
    <p:extLst>
      <p:ext uri="{BB962C8B-B14F-4D97-AF65-F5344CB8AC3E}">
        <p14:creationId xmlns:p14="http://schemas.microsoft.com/office/powerpoint/2010/main" val="5701981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items with icon">
    <p:bg>
      <p:bgPr>
        <a:solidFill>
          <a:schemeClr val="bg1"/>
        </a:solidFill>
        <a:effectLst/>
      </p:bgPr>
    </p:bg>
    <p:spTree>
      <p:nvGrpSpPr>
        <p:cNvPr id="1" name=""/>
        <p:cNvGrpSpPr/>
        <p:nvPr/>
      </p:nvGrpSpPr>
      <p:grpSpPr>
        <a:xfrm>
          <a:off x="0" y="0"/>
          <a:ext cx="0" cy="0"/>
          <a:chOff x="0" y="0"/>
          <a:chExt cx="0" cy="0"/>
        </a:xfrm>
      </p:grpSpPr>
      <p:sp>
        <p:nvSpPr>
          <p:cNvPr id="26" name="Tijdelijke aanduiding voor tekst 25">
            <a:extLst>
              <a:ext uri="{FF2B5EF4-FFF2-40B4-BE49-F238E27FC236}">
                <a16:creationId xmlns:a16="http://schemas.microsoft.com/office/drawing/2014/main" id="{31D7705E-B30B-41A9-7C11-4A5FB01DC056}"/>
              </a:ext>
            </a:extLst>
          </p:cNvPr>
          <p:cNvSpPr>
            <a:spLocks noGrp="1"/>
          </p:cNvSpPr>
          <p:nvPr>
            <p:ph type="body" sz="quarter" idx="12" hasCustomPrompt="1"/>
          </p:nvPr>
        </p:nvSpPr>
        <p:spPr>
          <a:xfrm>
            <a:off x="1140311" y="3644633"/>
            <a:ext cx="2979867" cy="647668"/>
          </a:xfrm>
        </p:spPr>
        <p:txBody>
          <a:bodyPr anchor="b">
            <a:noAutofit/>
          </a:bodyPr>
          <a:lstStyle>
            <a:lvl1pPr marL="0" indent="0" algn="ctr">
              <a:spcBef>
                <a:spcPts val="0"/>
              </a:spcBef>
              <a:buNone/>
              <a:defRPr sz="1600" b="1" i="0" cap="none" baseline="0">
                <a:solidFill>
                  <a:schemeClr val="accent1"/>
                </a:solidFill>
                <a:latin typeface="Rubik" pitchFamily="2" charset="-79"/>
                <a:cs typeface="Rubik" pitchFamily="2" charset="-79"/>
              </a:defRPr>
            </a:lvl1pPr>
            <a:lvl2pPr marL="457200" indent="0" algn="ctr">
              <a:buNone/>
              <a:defRPr sz="1600" b="1" i="0" cap="all" baseline="0">
                <a:solidFill>
                  <a:schemeClr val="accent1"/>
                </a:solidFill>
                <a:latin typeface="Rubik" pitchFamily="2" charset="-79"/>
                <a:cs typeface="Rubik" pitchFamily="2" charset="-79"/>
              </a:defRPr>
            </a:lvl2pPr>
          </a:lstStyle>
          <a:p>
            <a:pPr lvl="0"/>
            <a:r>
              <a:rPr lang="en-GB"/>
              <a:t>Edit title</a:t>
            </a:r>
          </a:p>
        </p:txBody>
      </p:sp>
      <p:sp>
        <p:nvSpPr>
          <p:cNvPr id="31" name="Tijdelijke aanduiding voor tekst 25">
            <a:extLst>
              <a:ext uri="{FF2B5EF4-FFF2-40B4-BE49-F238E27FC236}">
                <a16:creationId xmlns:a16="http://schemas.microsoft.com/office/drawing/2014/main" id="{069AD013-4725-FD46-F56E-73FBA5BBB904}"/>
              </a:ext>
            </a:extLst>
          </p:cNvPr>
          <p:cNvSpPr>
            <a:spLocks noGrp="1"/>
          </p:cNvSpPr>
          <p:nvPr>
            <p:ph type="body" sz="quarter" idx="16" hasCustomPrompt="1"/>
          </p:nvPr>
        </p:nvSpPr>
        <p:spPr>
          <a:xfrm>
            <a:off x="4636546" y="3644633"/>
            <a:ext cx="2979867" cy="647668"/>
          </a:xfrm>
        </p:spPr>
        <p:txBody>
          <a:bodyPr anchor="b">
            <a:noAutofit/>
          </a:bodyPr>
          <a:lstStyle>
            <a:lvl1pPr marL="0" indent="0" algn="ctr">
              <a:spcBef>
                <a:spcPts val="0"/>
              </a:spcBef>
              <a:buNone/>
              <a:defRPr sz="1600" b="1" cap="none" baseline="0">
                <a:solidFill>
                  <a:schemeClr val="accent1"/>
                </a:solidFill>
              </a:defRPr>
            </a:lvl1pPr>
            <a:lvl2pPr marL="457200" indent="0" algn="ctr">
              <a:buNone/>
              <a:defRPr sz="1800" b="1">
                <a:solidFill>
                  <a:schemeClr val="accent2"/>
                </a:solidFill>
              </a:defRPr>
            </a:lvl2pPr>
          </a:lstStyle>
          <a:p>
            <a:pPr lvl="0"/>
            <a:r>
              <a:rPr lang="en-GB"/>
              <a:t>Edit title</a:t>
            </a:r>
          </a:p>
        </p:txBody>
      </p:sp>
      <p:sp>
        <p:nvSpPr>
          <p:cNvPr id="35" name="Tijdelijke aanduiding voor tekst 25">
            <a:extLst>
              <a:ext uri="{FF2B5EF4-FFF2-40B4-BE49-F238E27FC236}">
                <a16:creationId xmlns:a16="http://schemas.microsoft.com/office/drawing/2014/main" id="{DEEB1A58-07D4-0E15-AF4D-A23FD3F726D6}"/>
              </a:ext>
            </a:extLst>
          </p:cNvPr>
          <p:cNvSpPr>
            <a:spLocks noGrp="1"/>
          </p:cNvSpPr>
          <p:nvPr>
            <p:ph type="body" sz="quarter" idx="20" hasCustomPrompt="1"/>
          </p:nvPr>
        </p:nvSpPr>
        <p:spPr>
          <a:xfrm>
            <a:off x="8132781" y="3644633"/>
            <a:ext cx="2979866" cy="647668"/>
          </a:xfrm>
        </p:spPr>
        <p:txBody>
          <a:bodyPr anchor="b">
            <a:noAutofit/>
          </a:bodyPr>
          <a:lstStyle>
            <a:lvl1pPr marL="0" indent="0" algn="ctr">
              <a:spcBef>
                <a:spcPts val="0"/>
              </a:spcBef>
              <a:buNone/>
              <a:defRPr sz="1600" b="1" i="0" cap="none" baseline="0">
                <a:solidFill>
                  <a:schemeClr val="accent1"/>
                </a:solidFill>
                <a:latin typeface="Rubik" pitchFamily="2" charset="-79"/>
                <a:cs typeface="Rubik" pitchFamily="2" charset="-79"/>
              </a:defRPr>
            </a:lvl1pPr>
            <a:lvl2pPr marL="457200" indent="0" algn="ctr">
              <a:buNone/>
              <a:defRPr sz="1600" b="1" i="0">
                <a:solidFill>
                  <a:schemeClr val="accent2"/>
                </a:solidFill>
                <a:latin typeface="Rubik" pitchFamily="2" charset="-79"/>
                <a:cs typeface="Rubik" pitchFamily="2" charset="-79"/>
              </a:defRPr>
            </a:lvl2pPr>
          </a:lstStyle>
          <a:p>
            <a:pPr lvl="0"/>
            <a:r>
              <a:rPr lang="en-GB"/>
              <a:t>Edit title</a:t>
            </a:r>
          </a:p>
        </p:txBody>
      </p:sp>
      <p:pic>
        <p:nvPicPr>
          <p:cNvPr id="7" name="Graphic 6">
            <a:extLst>
              <a:ext uri="{FF2B5EF4-FFF2-40B4-BE49-F238E27FC236}">
                <a16:creationId xmlns:a16="http://schemas.microsoft.com/office/drawing/2014/main" id="{7BB32098-2040-4F1B-8CC9-EA8D256C30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11" name="Tijdelijke aanduiding voor afbeelding 6">
            <a:extLst>
              <a:ext uri="{FF2B5EF4-FFF2-40B4-BE49-F238E27FC236}">
                <a16:creationId xmlns:a16="http://schemas.microsoft.com/office/drawing/2014/main" id="{FD7DCE4A-F81F-0355-4863-8B757B045A99}"/>
              </a:ext>
            </a:extLst>
          </p:cNvPr>
          <p:cNvSpPr>
            <a:spLocks noGrp="1"/>
          </p:cNvSpPr>
          <p:nvPr>
            <p:ph type="pic" sz="quarter" idx="29" hasCustomPrompt="1"/>
          </p:nvPr>
        </p:nvSpPr>
        <p:spPr>
          <a:xfrm>
            <a:off x="1946935" y="2174891"/>
            <a:ext cx="1394308" cy="1406470"/>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2" name="Tijdelijke aanduiding voor afbeelding 6">
            <a:extLst>
              <a:ext uri="{FF2B5EF4-FFF2-40B4-BE49-F238E27FC236}">
                <a16:creationId xmlns:a16="http://schemas.microsoft.com/office/drawing/2014/main" id="{65607F4A-A68C-E01B-4A02-09A83A8E0FE5}"/>
              </a:ext>
            </a:extLst>
          </p:cNvPr>
          <p:cNvSpPr>
            <a:spLocks noGrp="1"/>
          </p:cNvSpPr>
          <p:nvPr>
            <p:ph type="pic" sz="quarter" idx="36" hasCustomPrompt="1"/>
          </p:nvPr>
        </p:nvSpPr>
        <p:spPr>
          <a:xfrm>
            <a:off x="5365861" y="2108346"/>
            <a:ext cx="1460277" cy="1473015"/>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3" name="Tijdelijke aanduiding voor afbeelding 6">
            <a:extLst>
              <a:ext uri="{FF2B5EF4-FFF2-40B4-BE49-F238E27FC236}">
                <a16:creationId xmlns:a16="http://schemas.microsoft.com/office/drawing/2014/main" id="{C7B71EC0-386F-213E-923E-E2D874946AA2}"/>
              </a:ext>
            </a:extLst>
          </p:cNvPr>
          <p:cNvSpPr>
            <a:spLocks noGrp="1"/>
          </p:cNvSpPr>
          <p:nvPr>
            <p:ph type="pic" sz="quarter" idx="37" hasCustomPrompt="1"/>
          </p:nvPr>
        </p:nvSpPr>
        <p:spPr>
          <a:xfrm>
            <a:off x="8850756" y="2108346"/>
            <a:ext cx="1460277" cy="1473015"/>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3" name="Titel 24">
            <a:extLst>
              <a:ext uri="{FF2B5EF4-FFF2-40B4-BE49-F238E27FC236}">
                <a16:creationId xmlns:a16="http://schemas.microsoft.com/office/drawing/2014/main" id="{CB7BABAA-8537-8D5F-D5C0-BBC764F2CC59}"/>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0" name="Tekstvak 9">
            <a:extLst>
              <a:ext uri="{FF2B5EF4-FFF2-40B4-BE49-F238E27FC236}">
                <a16:creationId xmlns:a16="http://schemas.microsoft.com/office/drawing/2014/main" id="{3C5628B9-E894-1DA8-D85C-AA3286B85CC8}"/>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4" name="Tekstvak 13">
            <a:extLst>
              <a:ext uri="{FF2B5EF4-FFF2-40B4-BE49-F238E27FC236}">
                <a16:creationId xmlns:a16="http://schemas.microsoft.com/office/drawing/2014/main" id="{39D4CC53-7FE1-3AFF-ABE3-D8BB9C51A864}"/>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5" name="Tijdelijke aanduiding voor dianummer 2">
            <a:extLst>
              <a:ext uri="{FF2B5EF4-FFF2-40B4-BE49-F238E27FC236}">
                <a16:creationId xmlns:a16="http://schemas.microsoft.com/office/drawing/2014/main" id="{43D3DE94-8B3F-26A1-919C-B3476646D3C4}"/>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
        <p:nvSpPr>
          <p:cNvPr id="16" name="Tijdelijke aanduiding voor tekst 37">
            <a:extLst>
              <a:ext uri="{FF2B5EF4-FFF2-40B4-BE49-F238E27FC236}">
                <a16:creationId xmlns:a16="http://schemas.microsoft.com/office/drawing/2014/main" id="{5B7A3F63-7E6D-E174-1A3F-56D908E2F098}"/>
              </a:ext>
            </a:extLst>
          </p:cNvPr>
          <p:cNvSpPr>
            <a:spLocks noGrp="1"/>
          </p:cNvSpPr>
          <p:nvPr>
            <p:ph type="body" sz="quarter" idx="33" hasCustomPrompt="1"/>
          </p:nvPr>
        </p:nvSpPr>
        <p:spPr>
          <a:xfrm>
            <a:off x="1140311" y="4355572"/>
            <a:ext cx="2979866" cy="1869967"/>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17" name="Tijdelijke aanduiding voor tekst 37">
            <a:extLst>
              <a:ext uri="{FF2B5EF4-FFF2-40B4-BE49-F238E27FC236}">
                <a16:creationId xmlns:a16="http://schemas.microsoft.com/office/drawing/2014/main" id="{2E370A7D-5067-A8CF-0497-5364F11A948F}"/>
              </a:ext>
            </a:extLst>
          </p:cNvPr>
          <p:cNvSpPr>
            <a:spLocks noGrp="1"/>
          </p:cNvSpPr>
          <p:nvPr>
            <p:ph type="body" sz="quarter" idx="38" hasCustomPrompt="1"/>
          </p:nvPr>
        </p:nvSpPr>
        <p:spPr>
          <a:xfrm>
            <a:off x="4636547" y="4360124"/>
            <a:ext cx="2979866" cy="1869967"/>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18" name="Tijdelijke aanduiding voor tekst 37">
            <a:extLst>
              <a:ext uri="{FF2B5EF4-FFF2-40B4-BE49-F238E27FC236}">
                <a16:creationId xmlns:a16="http://schemas.microsoft.com/office/drawing/2014/main" id="{2FA5F362-693A-6457-30AC-0E7D3D9DB6A9}"/>
              </a:ext>
            </a:extLst>
          </p:cNvPr>
          <p:cNvSpPr>
            <a:spLocks noGrp="1"/>
          </p:cNvSpPr>
          <p:nvPr>
            <p:ph type="body" sz="quarter" idx="39" hasCustomPrompt="1"/>
          </p:nvPr>
        </p:nvSpPr>
        <p:spPr>
          <a:xfrm>
            <a:off x="8132781" y="4355572"/>
            <a:ext cx="2979866" cy="1869967"/>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Tree>
    <p:extLst>
      <p:ext uri="{BB962C8B-B14F-4D97-AF65-F5344CB8AC3E}">
        <p14:creationId xmlns:p14="http://schemas.microsoft.com/office/powerpoint/2010/main" val="39828776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items with icon green">
    <p:bg>
      <p:bgPr>
        <a:solidFill>
          <a:schemeClr val="accent1"/>
        </a:solidFill>
        <a:effectLst/>
      </p:bgPr>
    </p:bg>
    <p:spTree>
      <p:nvGrpSpPr>
        <p:cNvPr id="1" name=""/>
        <p:cNvGrpSpPr/>
        <p:nvPr/>
      </p:nvGrpSpPr>
      <p:grpSpPr>
        <a:xfrm>
          <a:off x="0" y="0"/>
          <a:ext cx="0" cy="0"/>
          <a:chOff x="0" y="0"/>
          <a:chExt cx="0" cy="0"/>
        </a:xfrm>
      </p:grpSpPr>
      <p:sp>
        <p:nvSpPr>
          <p:cNvPr id="62" name="Titel 61">
            <a:extLst>
              <a:ext uri="{FF2B5EF4-FFF2-40B4-BE49-F238E27FC236}">
                <a16:creationId xmlns:a16="http://schemas.microsoft.com/office/drawing/2014/main" id="{F520A92D-1415-7873-4ED8-5AF4F18FEB44}"/>
              </a:ext>
            </a:extLst>
          </p:cNvPr>
          <p:cNvSpPr>
            <a:spLocks noGrp="1"/>
          </p:cNvSpPr>
          <p:nvPr>
            <p:ph type="title" hasCustomPrompt="1"/>
          </p:nvPr>
        </p:nvSpPr>
        <p:spPr>
          <a:xfrm>
            <a:off x="873036" y="737498"/>
            <a:ext cx="10423539" cy="646331"/>
          </a:xfrm>
        </p:spPr>
        <p:txBody>
          <a:bodyPr bIns="0" anchor="b">
            <a:normAutofit/>
          </a:bodyPr>
          <a:lstStyle>
            <a:lvl1pPr algn="l">
              <a:defRPr sz="3000" b="1" i="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1" name="Tekstvak 10">
            <a:extLst>
              <a:ext uri="{FF2B5EF4-FFF2-40B4-BE49-F238E27FC236}">
                <a16:creationId xmlns:a16="http://schemas.microsoft.com/office/drawing/2014/main" id="{89F0B8AE-82E0-794B-A0A6-28F2BBD88B49}"/>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bg1"/>
                </a:solidFill>
                <a:latin typeface="+mn-lt"/>
              </a:rPr>
              <a:t>SUPPORTING COMPANIES TO BE COMPETITIVE</a:t>
            </a:r>
          </a:p>
        </p:txBody>
      </p:sp>
      <p:sp>
        <p:nvSpPr>
          <p:cNvPr id="12" name="Tekstvak 11">
            <a:extLst>
              <a:ext uri="{FF2B5EF4-FFF2-40B4-BE49-F238E27FC236}">
                <a16:creationId xmlns:a16="http://schemas.microsoft.com/office/drawing/2014/main" id="{BC44FDF3-7FF2-C3A2-A4A8-2F9E4F35415B}"/>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bg1"/>
                </a:solidFill>
              </a:rPr>
              <a:t>IN A DIGITAL AND SUSTAINABLE WORLD</a:t>
            </a:r>
            <a:endParaRPr lang="nl-BE" sz="800">
              <a:solidFill>
                <a:schemeClr val="bg1"/>
              </a:solidFill>
            </a:endParaRPr>
          </a:p>
        </p:txBody>
      </p:sp>
      <p:sp>
        <p:nvSpPr>
          <p:cNvPr id="17" name="Tijdelijke aanduiding voor dianummer 2">
            <a:extLst>
              <a:ext uri="{FF2B5EF4-FFF2-40B4-BE49-F238E27FC236}">
                <a16:creationId xmlns:a16="http://schemas.microsoft.com/office/drawing/2014/main" id="{8CC7618E-72EF-6BF9-D028-B1ABD36BE1B4}"/>
              </a:ext>
            </a:extLst>
          </p:cNvPr>
          <p:cNvSpPr>
            <a:spLocks noGrp="1"/>
          </p:cNvSpPr>
          <p:nvPr>
            <p:ph type="sldNum" sz="quarter" idx="27"/>
          </p:nvPr>
        </p:nvSpPr>
        <p:spPr>
          <a:xfrm>
            <a:off x="11020070" y="6401635"/>
            <a:ext cx="982162" cy="365125"/>
          </a:xfrm>
        </p:spPr>
        <p:txBody>
          <a:bodyPr/>
          <a:lstStyle>
            <a:lvl1pPr>
              <a:defRPr>
                <a:solidFill>
                  <a:schemeClr val="bg1"/>
                </a:solidFill>
              </a:defRPr>
            </a:lvl1pPr>
          </a:lstStyle>
          <a:p>
            <a:fld id="{AEF0F8F7-32FC-4374-ABF8-A7E9888C7A79}" type="slidenum">
              <a:rPr lang="nl-NL" smtClean="0"/>
              <a:pPr/>
              <a:t>‹#›</a:t>
            </a:fld>
            <a:endParaRPr lang="nl-NL"/>
          </a:p>
        </p:txBody>
      </p:sp>
      <p:sp>
        <p:nvSpPr>
          <p:cNvPr id="18" name="Tijdelijke aanduiding voor tekst 25">
            <a:extLst>
              <a:ext uri="{FF2B5EF4-FFF2-40B4-BE49-F238E27FC236}">
                <a16:creationId xmlns:a16="http://schemas.microsoft.com/office/drawing/2014/main" id="{133F98EA-5049-3F0C-A1D6-84EFFB374907}"/>
              </a:ext>
            </a:extLst>
          </p:cNvPr>
          <p:cNvSpPr>
            <a:spLocks noGrp="1"/>
          </p:cNvSpPr>
          <p:nvPr>
            <p:ph type="body" sz="quarter" idx="12" hasCustomPrompt="1"/>
          </p:nvPr>
        </p:nvSpPr>
        <p:spPr>
          <a:xfrm>
            <a:off x="1140311" y="3644633"/>
            <a:ext cx="2979867" cy="647668"/>
          </a:xfrm>
        </p:spPr>
        <p:txBody>
          <a:bodyPr anchor="b">
            <a:noAutofit/>
          </a:bodyPr>
          <a:lstStyle>
            <a:lvl1pPr marL="0" indent="0" algn="ctr">
              <a:spcBef>
                <a:spcPts val="0"/>
              </a:spcBef>
              <a:buNone/>
              <a:defRPr sz="1600" b="1" i="0" cap="none" baseline="0">
                <a:solidFill>
                  <a:schemeClr val="bg1"/>
                </a:solidFill>
                <a:latin typeface="Rubik" pitchFamily="2" charset="-79"/>
                <a:cs typeface="Rubik" pitchFamily="2" charset="-79"/>
              </a:defRPr>
            </a:lvl1pPr>
            <a:lvl2pPr marL="457200" indent="0" algn="ctr">
              <a:buNone/>
              <a:defRPr sz="1600" b="1" i="0" cap="all" baseline="0">
                <a:solidFill>
                  <a:schemeClr val="accent1"/>
                </a:solidFill>
                <a:latin typeface="Rubik" pitchFamily="2" charset="-79"/>
                <a:cs typeface="Rubik" pitchFamily="2" charset="-79"/>
              </a:defRPr>
            </a:lvl2pPr>
          </a:lstStyle>
          <a:p>
            <a:pPr lvl="0"/>
            <a:r>
              <a:rPr lang="en-GB"/>
              <a:t>Edit title</a:t>
            </a:r>
          </a:p>
        </p:txBody>
      </p:sp>
      <p:sp>
        <p:nvSpPr>
          <p:cNvPr id="20" name="Tijdelijke aanduiding voor tekst 25">
            <a:extLst>
              <a:ext uri="{FF2B5EF4-FFF2-40B4-BE49-F238E27FC236}">
                <a16:creationId xmlns:a16="http://schemas.microsoft.com/office/drawing/2014/main" id="{FFC22E22-3BA8-A6F3-30B5-1D9688D47819}"/>
              </a:ext>
            </a:extLst>
          </p:cNvPr>
          <p:cNvSpPr>
            <a:spLocks noGrp="1"/>
          </p:cNvSpPr>
          <p:nvPr>
            <p:ph type="body" sz="quarter" idx="16" hasCustomPrompt="1"/>
          </p:nvPr>
        </p:nvSpPr>
        <p:spPr>
          <a:xfrm>
            <a:off x="4636546" y="3644633"/>
            <a:ext cx="2979867" cy="647668"/>
          </a:xfrm>
        </p:spPr>
        <p:txBody>
          <a:bodyPr anchor="b">
            <a:noAutofit/>
          </a:bodyPr>
          <a:lstStyle>
            <a:lvl1pPr marL="0" indent="0" algn="ctr">
              <a:spcBef>
                <a:spcPts val="0"/>
              </a:spcBef>
              <a:buNone/>
              <a:defRPr sz="1600" b="1" cap="none" baseline="0">
                <a:solidFill>
                  <a:schemeClr val="bg1"/>
                </a:solidFill>
              </a:defRPr>
            </a:lvl1pPr>
            <a:lvl2pPr marL="457200" indent="0" algn="ctr">
              <a:buNone/>
              <a:defRPr sz="1800" b="1">
                <a:solidFill>
                  <a:schemeClr val="accent2"/>
                </a:solidFill>
              </a:defRPr>
            </a:lvl2pPr>
          </a:lstStyle>
          <a:p>
            <a:pPr lvl="0"/>
            <a:r>
              <a:rPr lang="en-GB"/>
              <a:t>Edit title</a:t>
            </a:r>
          </a:p>
        </p:txBody>
      </p:sp>
      <p:sp>
        <p:nvSpPr>
          <p:cNvPr id="22" name="Tijdelijke aanduiding voor tekst 25">
            <a:extLst>
              <a:ext uri="{FF2B5EF4-FFF2-40B4-BE49-F238E27FC236}">
                <a16:creationId xmlns:a16="http://schemas.microsoft.com/office/drawing/2014/main" id="{5854201C-A52A-D08A-AD00-EA87B6D4D30B}"/>
              </a:ext>
            </a:extLst>
          </p:cNvPr>
          <p:cNvSpPr>
            <a:spLocks noGrp="1"/>
          </p:cNvSpPr>
          <p:nvPr>
            <p:ph type="body" sz="quarter" idx="20" hasCustomPrompt="1"/>
          </p:nvPr>
        </p:nvSpPr>
        <p:spPr>
          <a:xfrm>
            <a:off x="8132781" y="3644633"/>
            <a:ext cx="2979866" cy="647668"/>
          </a:xfrm>
        </p:spPr>
        <p:txBody>
          <a:bodyPr anchor="b">
            <a:noAutofit/>
          </a:bodyPr>
          <a:lstStyle>
            <a:lvl1pPr marL="0" indent="0" algn="ctr">
              <a:spcBef>
                <a:spcPts val="0"/>
              </a:spcBef>
              <a:buNone/>
              <a:defRPr sz="1600" b="1" i="0" cap="none" baseline="0">
                <a:solidFill>
                  <a:schemeClr val="bg1"/>
                </a:solidFill>
                <a:latin typeface="Rubik" pitchFamily="2" charset="-79"/>
                <a:cs typeface="Rubik" pitchFamily="2" charset="-79"/>
              </a:defRPr>
            </a:lvl1pPr>
            <a:lvl2pPr marL="457200" indent="0" algn="ctr">
              <a:buNone/>
              <a:defRPr sz="1600" b="1" i="0">
                <a:solidFill>
                  <a:schemeClr val="accent2"/>
                </a:solidFill>
                <a:latin typeface="Rubik" pitchFamily="2" charset="-79"/>
                <a:cs typeface="Rubik" pitchFamily="2" charset="-79"/>
              </a:defRPr>
            </a:lvl2pPr>
          </a:lstStyle>
          <a:p>
            <a:pPr lvl="0"/>
            <a:r>
              <a:rPr lang="en-GB"/>
              <a:t>Edit title</a:t>
            </a:r>
          </a:p>
        </p:txBody>
      </p:sp>
      <p:sp>
        <p:nvSpPr>
          <p:cNvPr id="24" name="Tijdelijke aanduiding voor afbeelding 6">
            <a:extLst>
              <a:ext uri="{FF2B5EF4-FFF2-40B4-BE49-F238E27FC236}">
                <a16:creationId xmlns:a16="http://schemas.microsoft.com/office/drawing/2014/main" id="{D84365C6-F3E8-E0A7-CE49-470CA4CBCFF0}"/>
              </a:ext>
            </a:extLst>
          </p:cNvPr>
          <p:cNvSpPr>
            <a:spLocks noGrp="1"/>
          </p:cNvSpPr>
          <p:nvPr>
            <p:ph type="pic" sz="quarter" idx="29" hasCustomPrompt="1"/>
          </p:nvPr>
        </p:nvSpPr>
        <p:spPr>
          <a:xfrm>
            <a:off x="1946935" y="2174891"/>
            <a:ext cx="1394308" cy="1406470"/>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5" name="Tijdelijke aanduiding voor afbeelding 6">
            <a:extLst>
              <a:ext uri="{FF2B5EF4-FFF2-40B4-BE49-F238E27FC236}">
                <a16:creationId xmlns:a16="http://schemas.microsoft.com/office/drawing/2014/main" id="{8E63FF81-606F-A4E8-29BA-44C6FDF1A6BE}"/>
              </a:ext>
            </a:extLst>
          </p:cNvPr>
          <p:cNvSpPr>
            <a:spLocks noGrp="1"/>
          </p:cNvSpPr>
          <p:nvPr>
            <p:ph type="pic" sz="quarter" idx="36" hasCustomPrompt="1"/>
          </p:nvPr>
        </p:nvSpPr>
        <p:spPr>
          <a:xfrm>
            <a:off x="5365861" y="2108346"/>
            <a:ext cx="1460277" cy="1473015"/>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6" name="Tijdelijke aanduiding voor afbeelding 6">
            <a:extLst>
              <a:ext uri="{FF2B5EF4-FFF2-40B4-BE49-F238E27FC236}">
                <a16:creationId xmlns:a16="http://schemas.microsoft.com/office/drawing/2014/main" id="{F5451FD4-6F08-60E2-F044-BC5BCBBFE8E4}"/>
              </a:ext>
            </a:extLst>
          </p:cNvPr>
          <p:cNvSpPr>
            <a:spLocks noGrp="1"/>
          </p:cNvSpPr>
          <p:nvPr>
            <p:ph type="pic" sz="quarter" idx="37" hasCustomPrompt="1"/>
          </p:nvPr>
        </p:nvSpPr>
        <p:spPr>
          <a:xfrm>
            <a:off x="8850756" y="2108346"/>
            <a:ext cx="1460277" cy="1473015"/>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pic>
        <p:nvPicPr>
          <p:cNvPr id="27" name="Graphic 26">
            <a:extLst>
              <a:ext uri="{FF2B5EF4-FFF2-40B4-BE49-F238E27FC236}">
                <a16:creationId xmlns:a16="http://schemas.microsoft.com/office/drawing/2014/main" id="{505A2D15-0626-68A7-1189-AAE9F9F2FF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28" name="Tijdelijke aanduiding voor tekst 37">
            <a:extLst>
              <a:ext uri="{FF2B5EF4-FFF2-40B4-BE49-F238E27FC236}">
                <a16:creationId xmlns:a16="http://schemas.microsoft.com/office/drawing/2014/main" id="{E2F6FFD6-BF79-CD1C-F11A-F4CC252DCB99}"/>
              </a:ext>
            </a:extLst>
          </p:cNvPr>
          <p:cNvSpPr>
            <a:spLocks noGrp="1"/>
          </p:cNvSpPr>
          <p:nvPr>
            <p:ph type="body" sz="quarter" idx="33" hasCustomPrompt="1"/>
          </p:nvPr>
        </p:nvSpPr>
        <p:spPr>
          <a:xfrm>
            <a:off x="1140311" y="4355572"/>
            <a:ext cx="2979866" cy="1869967"/>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29" name="Tijdelijke aanduiding voor tekst 37">
            <a:extLst>
              <a:ext uri="{FF2B5EF4-FFF2-40B4-BE49-F238E27FC236}">
                <a16:creationId xmlns:a16="http://schemas.microsoft.com/office/drawing/2014/main" id="{1F2C32D1-26BE-C2EE-0D87-4B6D7890C693}"/>
              </a:ext>
            </a:extLst>
          </p:cNvPr>
          <p:cNvSpPr>
            <a:spLocks noGrp="1"/>
          </p:cNvSpPr>
          <p:nvPr>
            <p:ph type="body" sz="quarter" idx="38" hasCustomPrompt="1"/>
          </p:nvPr>
        </p:nvSpPr>
        <p:spPr>
          <a:xfrm>
            <a:off x="4636547" y="4360124"/>
            <a:ext cx="2979866" cy="1869967"/>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30" name="Tijdelijke aanduiding voor tekst 37">
            <a:extLst>
              <a:ext uri="{FF2B5EF4-FFF2-40B4-BE49-F238E27FC236}">
                <a16:creationId xmlns:a16="http://schemas.microsoft.com/office/drawing/2014/main" id="{50546F47-989D-C592-B8D6-929A20E4232A}"/>
              </a:ext>
            </a:extLst>
          </p:cNvPr>
          <p:cNvSpPr>
            <a:spLocks noGrp="1"/>
          </p:cNvSpPr>
          <p:nvPr>
            <p:ph type="body" sz="quarter" idx="39" hasCustomPrompt="1"/>
          </p:nvPr>
        </p:nvSpPr>
        <p:spPr>
          <a:xfrm>
            <a:off x="8132781" y="4355572"/>
            <a:ext cx="2979866" cy="1869967"/>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Tree>
    <p:extLst>
      <p:ext uri="{BB962C8B-B14F-4D97-AF65-F5344CB8AC3E}">
        <p14:creationId xmlns:p14="http://schemas.microsoft.com/office/powerpoint/2010/main" val="1708969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items with picture">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BB32098-2040-4F1B-8CC9-EA8D256C30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3" name="Titel 24">
            <a:extLst>
              <a:ext uri="{FF2B5EF4-FFF2-40B4-BE49-F238E27FC236}">
                <a16:creationId xmlns:a16="http://schemas.microsoft.com/office/drawing/2014/main" id="{CB7BABAA-8537-8D5F-D5C0-BBC764F2CC59}"/>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0" name="Tekstvak 9">
            <a:extLst>
              <a:ext uri="{FF2B5EF4-FFF2-40B4-BE49-F238E27FC236}">
                <a16:creationId xmlns:a16="http://schemas.microsoft.com/office/drawing/2014/main" id="{3C5628B9-E894-1DA8-D85C-AA3286B85CC8}"/>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4" name="Tekstvak 13">
            <a:extLst>
              <a:ext uri="{FF2B5EF4-FFF2-40B4-BE49-F238E27FC236}">
                <a16:creationId xmlns:a16="http://schemas.microsoft.com/office/drawing/2014/main" id="{39D4CC53-7FE1-3AFF-ABE3-D8BB9C51A864}"/>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5" name="Tijdelijke aanduiding voor dianummer 2">
            <a:extLst>
              <a:ext uri="{FF2B5EF4-FFF2-40B4-BE49-F238E27FC236}">
                <a16:creationId xmlns:a16="http://schemas.microsoft.com/office/drawing/2014/main" id="{43D3DE94-8B3F-26A1-919C-B3476646D3C4}"/>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
        <p:nvSpPr>
          <p:cNvPr id="19" name="Tijdelijke aanduiding voor tekst 25">
            <a:extLst>
              <a:ext uri="{FF2B5EF4-FFF2-40B4-BE49-F238E27FC236}">
                <a16:creationId xmlns:a16="http://schemas.microsoft.com/office/drawing/2014/main" id="{99C4D574-F99F-017F-07F2-3687B9374285}"/>
              </a:ext>
            </a:extLst>
          </p:cNvPr>
          <p:cNvSpPr>
            <a:spLocks noGrp="1"/>
          </p:cNvSpPr>
          <p:nvPr>
            <p:ph type="body" sz="quarter" idx="12" hasCustomPrompt="1"/>
          </p:nvPr>
        </p:nvSpPr>
        <p:spPr>
          <a:xfrm>
            <a:off x="1140311" y="4626229"/>
            <a:ext cx="2979867" cy="647668"/>
          </a:xfrm>
        </p:spPr>
        <p:txBody>
          <a:bodyPr anchor="b">
            <a:noAutofit/>
          </a:bodyPr>
          <a:lstStyle>
            <a:lvl1pPr marL="0" indent="0" algn="ctr">
              <a:spcBef>
                <a:spcPts val="0"/>
              </a:spcBef>
              <a:buNone/>
              <a:defRPr sz="1600" b="1" i="0" cap="none" baseline="0">
                <a:solidFill>
                  <a:schemeClr val="accent1"/>
                </a:solidFill>
                <a:latin typeface="Rubik" pitchFamily="2" charset="-79"/>
                <a:cs typeface="Rubik" pitchFamily="2" charset="-79"/>
              </a:defRPr>
            </a:lvl1pPr>
            <a:lvl2pPr marL="457200" indent="0" algn="ctr">
              <a:buNone/>
              <a:defRPr sz="1600" b="1" i="0" cap="all" baseline="0">
                <a:solidFill>
                  <a:schemeClr val="accent1"/>
                </a:solidFill>
                <a:latin typeface="Rubik" pitchFamily="2" charset="-79"/>
                <a:cs typeface="Rubik" pitchFamily="2" charset="-79"/>
              </a:defRPr>
            </a:lvl2pPr>
          </a:lstStyle>
          <a:p>
            <a:pPr lvl="0"/>
            <a:r>
              <a:rPr lang="en-GB"/>
              <a:t>Edit title</a:t>
            </a:r>
          </a:p>
        </p:txBody>
      </p:sp>
      <p:sp>
        <p:nvSpPr>
          <p:cNvPr id="21" name="Tijdelijke aanduiding voor tekst 25">
            <a:extLst>
              <a:ext uri="{FF2B5EF4-FFF2-40B4-BE49-F238E27FC236}">
                <a16:creationId xmlns:a16="http://schemas.microsoft.com/office/drawing/2014/main" id="{A2805602-B638-E940-D779-73DCC33B4EF2}"/>
              </a:ext>
            </a:extLst>
          </p:cNvPr>
          <p:cNvSpPr>
            <a:spLocks noGrp="1"/>
          </p:cNvSpPr>
          <p:nvPr>
            <p:ph type="body" sz="quarter" idx="16" hasCustomPrompt="1"/>
          </p:nvPr>
        </p:nvSpPr>
        <p:spPr>
          <a:xfrm>
            <a:off x="4636546" y="4626229"/>
            <a:ext cx="2979867" cy="647668"/>
          </a:xfrm>
        </p:spPr>
        <p:txBody>
          <a:bodyPr anchor="b">
            <a:noAutofit/>
          </a:bodyPr>
          <a:lstStyle>
            <a:lvl1pPr marL="0" indent="0" algn="ctr">
              <a:spcBef>
                <a:spcPts val="0"/>
              </a:spcBef>
              <a:buNone/>
              <a:defRPr sz="1600" b="1" cap="none" baseline="0">
                <a:solidFill>
                  <a:schemeClr val="accent1"/>
                </a:solidFill>
              </a:defRPr>
            </a:lvl1pPr>
            <a:lvl2pPr marL="457200" indent="0" algn="ctr">
              <a:buNone/>
              <a:defRPr sz="1800" b="1">
                <a:solidFill>
                  <a:schemeClr val="accent2"/>
                </a:solidFill>
              </a:defRPr>
            </a:lvl2pPr>
          </a:lstStyle>
          <a:p>
            <a:pPr lvl="0"/>
            <a:r>
              <a:rPr lang="en-GB"/>
              <a:t>Edit title</a:t>
            </a:r>
          </a:p>
        </p:txBody>
      </p:sp>
      <p:sp>
        <p:nvSpPr>
          <p:cNvPr id="23" name="Tijdelijke aanduiding voor tekst 25">
            <a:extLst>
              <a:ext uri="{FF2B5EF4-FFF2-40B4-BE49-F238E27FC236}">
                <a16:creationId xmlns:a16="http://schemas.microsoft.com/office/drawing/2014/main" id="{2F40CA33-054C-FCCC-9AD8-0D1D8216F1FF}"/>
              </a:ext>
            </a:extLst>
          </p:cNvPr>
          <p:cNvSpPr>
            <a:spLocks noGrp="1"/>
          </p:cNvSpPr>
          <p:nvPr>
            <p:ph type="body" sz="quarter" idx="20" hasCustomPrompt="1"/>
          </p:nvPr>
        </p:nvSpPr>
        <p:spPr>
          <a:xfrm>
            <a:off x="8132781" y="4626229"/>
            <a:ext cx="2979866" cy="647668"/>
          </a:xfrm>
        </p:spPr>
        <p:txBody>
          <a:bodyPr anchor="b">
            <a:noAutofit/>
          </a:bodyPr>
          <a:lstStyle>
            <a:lvl1pPr marL="0" indent="0" algn="ctr">
              <a:spcBef>
                <a:spcPts val="0"/>
              </a:spcBef>
              <a:buNone/>
              <a:defRPr sz="1600" b="1" i="0" cap="none" baseline="0">
                <a:solidFill>
                  <a:schemeClr val="accent1"/>
                </a:solidFill>
                <a:latin typeface="Rubik" pitchFamily="2" charset="-79"/>
                <a:cs typeface="Rubik" pitchFamily="2" charset="-79"/>
              </a:defRPr>
            </a:lvl1pPr>
            <a:lvl2pPr marL="457200" indent="0" algn="ctr">
              <a:buNone/>
              <a:defRPr sz="1600" b="1" i="0">
                <a:solidFill>
                  <a:schemeClr val="accent2"/>
                </a:solidFill>
                <a:latin typeface="Rubik" pitchFamily="2" charset="-79"/>
                <a:cs typeface="Rubik" pitchFamily="2" charset="-79"/>
              </a:defRPr>
            </a:lvl2pPr>
          </a:lstStyle>
          <a:p>
            <a:pPr lvl="0"/>
            <a:r>
              <a:rPr lang="en-GB"/>
              <a:t>Edit title</a:t>
            </a:r>
          </a:p>
        </p:txBody>
      </p:sp>
      <p:sp>
        <p:nvSpPr>
          <p:cNvPr id="25" name="Tijdelijke aanduiding voor afbeelding 6">
            <a:extLst>
              <a:ext uri="{FF2B5EF4-FFF2-40B4-BE49-F238E27FC236}">
                <a16:creationId xmlns:a16="http://schemas.microsoft.com/office/drawing/2014/main" id="{584AEE6D-0795-1159-3BEC-332705CCB2C4}"/>
              </a:ext>
            </a:extLst>
          </p:cNvPr>
          <p:cNvSpPr>
            <a:spLocks noGrp="1"/>
          </p:cNvSpPr>
          <p:nvPr>
            <p:ph type="pic" sz="quarter" idx="29" hasCustomPrompt="1"/>
          </p:nvPr>
        </p:nvSpPr>
        <p:spPr>
          <a:xfrm>
            <a:off x="1226440" y="1737361"/>
            <a:ext cx="2801162" cy="2825595"/>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7" name="Tijdelijke aanduiding voor afbeelding 6">
            <a:extLst>
              <a:ext uri="{FF2B5EF4-FFF2-40B4-BE49-F238E27FC236}">
                <a16:creationId xmlns:a16="http://schemas.microsoft.com/office/drawing/2014/main" id="{37F3EA4F-55A0-8BCE-8EBF-89C27A99AD96}"/>
              </a:ext>
            </a:extLst>
          </p:cNvPr>
          <p:cNvSpPr>
            <a:spLocks noGrp="1"/>
          </p:cNvSpPr>
          <p:nvPr>
            <p:ph type="pic" sz="quarter" idx="30" hasCustomPrompt="1"/>
          </p:nvPr>
        </p:nvSpPr>
        <p:spPr>
          <a:xfrm>
            <a:off x="4684224" y="1737360"/>
            <a:ext cx="2801162" cy="2825595"/>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9" name="Tijdelijke aanduiding voor afbeelding 6">
            <a:extLst>
              <a:ext uri="{FF2B5EF4-FFF2-40B4-BE49-F238E27FC236}">
                <a16:creationId xmlns:a16="http://schemas.microsoft.com/office/drawing/2014/main" id="{633AAEA5-DECB-4992-7971-F50E70DE48F0}"/>
              </a:ext>
            </a:extLst>
          </p:cNvPr>
          <p:cNvSpPr>
            <a:spLocks noGrp="1"/>
          </p:cNvSpPr>
          <p:nvPr>
            <p:ph type="pic" sz="quarter" idx="31" hasCustomPrompt="1"/>
          </p:nvPr>
        </p:nvSpPr>
        <p:spPr>
          <a:xfrm>
            <a:off x="8222133" y="1737359"/>
            <a:ext cx="2801162" cy="2825595"/>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38" name="Tijdelijke aanduiding voor tekst 37">
            <a:extLst>
              <a:ext uri="{FF2B5EF4-FFF2-40B4-BE49-F238E27FC236}">
                <a16:creationId xmlns:a16="http://schemas.microsoft.com/office/drawing/2014/main" id="{E0928BD0-72A2-D037-B817-6276AD08D553}"/>
              </a:ext>
            </a:extLst>
          </p:cNvPr>
          <p:cNvSpPr>
            <a:spLocks noGrp="1"/>
          </p:cNvSpPr>
          <p:nvPr>
            <p:ph type="body" sz="quarter" idx="33" hasCustomPrompt="1"/>
          </p:nvPr>
        </p:nvSpPr>
        <p:spPr>
          <a:xfrm>
            <a:off x="1140311" y="5337171"/>
            <a:ext cx="2979866" cy="981596"/>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39" name="Tijdelijke aanduiding voor tekst 37">
            <a:extLst>
              <a:ext uri="{FF2B5EF4-FFF2-40B4-BE49-F238E27FC236}">
                <a16:creationId xmlns:a16="http://schemas.microsoft.com/office/drawing/2014/main" id="{27219E27-EECF-1AC0-2D5C-B337916DCFB5}"/>
              </a:ext>
            </a:extLst>
          </p:cNvPr>
          <p:cNvSpPr>
            <a:spLocks noGrp="1"/>
          </p:cNvSpPr>
          <p:nvPr>
            <p:ph type="body" sz="quarter" idx="34" hasCustomPrompt="1"/>
          </p:nvPr>
        </p:nvSpPr>
        <p:spPr>
          <a:xfrm>
            <a:off x="4636547" y="5337171"/>
            <a:ext cx="2979866" cy="981596"/>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40" name="Tijdelijke aanduiding voor tekst 37">
            <a:extLst>
              <a:ext uri="{FF2B5EF4-FFF2-40B4-BE49-F238E27FC236}">
                <a16:creationId xmlns:a16="http://schemas.microsoft.com/office/drawing/2014/main" id="{1F7AF5E2-D4A2-D806-CB4E-33ABA57A8F98}"/>
              </a:ext>
            </a:extLst>
          </p:cNvPr>
          <p:cNvSpPr>
            <a:spLocks noGrp="1"/>
          </p:cNvSpPr>
          <p:nvPr>
            <p:ph type="body" sz="quarter" idx="35" hasCustomPrompt="1"/>
          </p:nvPr>
        </p:nvSpPr>
        <p:spPr>
          <a:xfrm>
            <a:off x="8132781" y="5337171"/>
            <a:ext cx="2979866" cy="981596"/>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Tree>
    <p:extLst>
      <p:ext uri="{BB962C8B-B14F-4D97-AF65-F5344CB8AC3E}">
        <p14:creationId xmlns:p14="http://schemas.microsoft.com/office/powerpoint/2010/main" val="30871951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items with picture green">
    <p:bg>
      <p:bgPr>
        <a:solidFill>
          <a:schemeClr val="accent1"/>
        </a:solidFill>
        <a:effectLst/>
      </p:bgPr>
    </p:bg>
    <p:spTree>
      <p:nvGrpSpPr>
        <p:cNvPr id="1" name=""/>
        <p:cNvGrpSpPr/>
        <p:nvPr/>
      </p:nvGrpSpPr>
      <p:grpSpPr>
        <a:xfrm>
          <a:off x="0" y="0"/>
          <a:ext cx="0" cy="0"/>
          <a:chOff x="0" y="0"/>
          <a:chExt cx="0" cy="0"/>
        </a:xfrm>
      </p:grpSpPr>
      <p:sp>
        <p:nvSpPr>
          <p:cNvPr id="62" name="Titel 61">
            <a:extLst>
              <a:ext uri="{FF2B5EF4-FFF2-40B4-BE49-F238E27FC236}">
                <a16:creationId xmlns:a16="http://schemas.microsoft.com/office/drawing/2014/main" id="{F520A92D-1415-7873-4ED8-5AF4F18FEB44}"/>
              </a:ext>
            </a:extLst>
          </p:cNvPr>
          <p:cNvSpPr>
            <a:spLocks noGrp="1"/>
          </p:cNvSpPr>
          <p:nvPr>
            <p:ph type="title" hasCustomPrompt="1"/>
          </p:nvPr>
        </p:nvSpPr>
        <p:spPr>
          <a:xfrm>
            <a:off x="873036" y="737498"/>
            <a:ext cx="10423539" cy="646331"/>
          </a:xfrm>
        </p:spPr>
        <p:txBody>
          <a:bodyPr bIns="0" anchor="b">
            <a:normAutofit/>
          </a:bodyPr>
          <a:lstStyle>
            <a:lvl1pPr algn="l">
              <a:defRPr sz="3000" b="1" i="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pic>
        <p:nvPicPr>
          <p:cNvPr id="14" name="Graphic 13">
            <a:extLst>
              <a:ext uri="{FF2B5EF4-FFF2-40B4-BE49-F238E27FC236}">
                <a16:creationId xmlns:a16="http://schemas.microsoft.com/office/drawing/2014/main" id="{30021263-787E-9F47-F1F0-8DC724585D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11" name="Tekstvak 10">
            <a:extLst>
              <a:ext uri="{FF2B5EF4-FFF2-40B4-BE49-F238E27FC236}">
                <a16:creationId xmlns:a16="http://schemas.microsoft.com/office/drawing/2014/main" id="{89F0B8AE-82E0-794B-A0A6-28F2BBD88B49}"/>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bg1"/>
                </a:solidFill>
                <a:latin typeface="+mn-lt"/>
              </a:rPr>
              <a:t>SUPPORTING COMPANIES TO BE COMPETITIVE</a:t>
            </a:r>
          </a:p>
        </p:txBody>
      </p:sp>
      <p:sp>
        <p:nvSpPr>
          <p:cNvPr id="12" name="Tekstvak 11">
            <a:extLst>
              <a:ext uri="{FF2B5EF4-FFF2-40B4-BE49-F238E27FC236}">
                <a16:creationId xmlns:a16="http://schemas.microsoft.com/office/drawing/2014/main" id="{BC44FDF3-7FF2-C3A2-A4A8-2F9E4F35415B}"/>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bg1"/>
                </a:solidFill>
              </a:rPr>
              <a:t>IN A DIGITAL AND SUSTAINABLE WORLD</a:t>
            </a:r>
            <a:endParaRPr lang="nl-BE" sz="800">
              <a:solidFill>
                <a:schemeClr val="bg1"/>
              </a:solidFill>
            </a:endParaRPr>
          </a:p>
        </p:txBody>
      </p:sp>
      <p:sp>
        <p:nvSpPr>
          <p:cNvPr id="17" name="Tijdelijke aanduiding voor dianummer 2">
            <a:extLst>
              <a:ext uri="{FF2B5EF4-FFF2-40B4-BE49-F238E27FC236}">
                <a16:creationId xmlns:a16="http://schemas.microsoft.com/office/drawing/2014/main" id="{8CC7618E-72EF-6BF9-D028-B1ABD36BE1B4}"/>
              </a:ext>
            </a:extLst>
          </p:cNvPr>
          <p:cNvSpPr>
            <a:spLocks noGrp="1"/>
          </p:cNvSpPr>
          <p:nvPr>
            <p:ph type="sldNum" sz="quarter" idx="27"/>
          </p:nvPr>
        </p:nvSpPr>
        <p:spPr>
          <a:xfrm>
            <a:off x="11020070" y="6401635"/>
            <a:ext cx="982162" cy="365125"/>
          </a:xfrm>
        </p:spPr>
        <p:txBody>
          <a:bodyPr/>
          <a:lstStyle>
            <a:lvl1pPr>
              <a:defRPr>
                <a:solidFill>
                  <a:schemeClr val="bg1"/>
                </a:solidFill>
              </a:defRPr>
            </a:lvl1pPr>
          </a:lstStyle>
          <a:p>
            <a:fld id="{AEF0F8F7-32FC-4374-ABF8-A7E9888C7A79}" type="slidenum">
              <a:rPr lang="nl-NL" smtClean="0"/>
              <a:pPr/>
              <a:t>‹#›</a:t>
            </a:fld>
            <a:endParaRPr lang="nl-NL"/>
          </a:p>
        </p:txBody>
      </p:sp>
      <p:sp>
        <p:nvSpPr>
          <p:cNvPr id="18" name="Tijdelijke aanduiding voor tekst 25">
            <a:extLst>
              <a:ext uri="{FF2B5EF4-FFF2-40B4-BE49-F238E27FC236}">
                <a16:creationId xmlns:a16="http://schemas.microsoft.com/office/drawing/2014/main" id="{133F98EA-5049-3F0C-A1D6-84EFFB374907}"/>
              </a:ext>
            </a:extLst>
          </p:cNvPr>
          <p:cNvSpPr>
            <a:spLocks noGrp="1"/>
          </p:cNvSpPr>
          <p:nvPr>
            <p:ph type="body" sz="quarter" idx="12" hasCustomPrompt="1"/>
          </p:nvPr>
        </p:nvSpPr>
        <p:spPr>
          <a:xfrm>
            <a:off x="1140311" y="4626229"/>
            <a:ext cx="2979867" cy="647668"/>
          </a:xfrm>
        </p:spPr>
        <p:txBody>
          <a:bodyPr anchor="b">
            <a:noAutofit/>
          </a:bodyPr>
          <a:lstStyle>
            <a:lvl1pPr marL="0" indent="0" algn="ctr">
              <a:spcBef>
                <a:spcPts val="0"/>
              </a:spcBef>
              <a:buNone/>
              <a:defRPr sz="1600" b="1" i="0" cap="none" baseline="0">
                <a:solidFill>
                  <a:schemeClr val="bg1"/>
                </a:solidFill>
                <a:latin typeface="Rubik" pitchFamily="2" charset="-79"/>
                <a:cs typeface="Rubik" pitchFamily="2" charset="-79"/>
              </a:defRPr>
            </a:lvl1pPr>
            <a:lvl2pPr marL="457200" indent="0" algn="ctr">
              <a:buNone/>
              <a:defRPr sz="1600" b="1" i="0" cap="all" baseline="0">
                <a:solidFill>
                  <a:schemeClr val="accent1"/>
                </a:solidFill>
                <a:latin typeface="Rubik" pitchFamily="2" charset="-79"/>
                <a:cs typeface="Rubik" pitchFamily="2" charset="-79"/>
              </a:defRPr>
            </a:lvl2pPr>
          </a:lstStyle>
          <a:p>
            <a:pPr lvl="0"/>
            <a:r>
              <a:rPr lang="en-GB"/>
              <a:t>Edit title</a:t>
            </a:r>
          </a:p>
        </p:txBody>
      </p:sp>
      <p:sp>
        <p:nvSpPr>
          <p:cNvPr id="20" name="Tijdelijke aanduiding voor tekst 25">
            <a:extLst>
              <a:ext uri="{FF2B5EF4-FFF2-40B4-BE49-F238E27FC236}">
                <a16:creationId xmlns:a16="http://schemas.microsoft.com/office/drawing/2014/main" id="{FFC22E22-3BA8-A6F3-30B5-1D9688D47819}"/>
              </a:ext>
            </a:extLst>
          </p:cNvPr>
          <p:cNvSpPr>
            <a:spLocks noGrp="1"/>
          </p:cNvSpPr>
          <p:nvPr>
            <p:ph type="body" sz="quarter" idx="16" hasCustomPrompt="1"/>
          </p:nvPr>
        </p:nvSpPr>
        <p:spPr>
          <a:xfrm>
            <a:off x="4636546" y="4626229"/>
            <a:ext cx="2979867" cy="647668"/>
          </a:xfrm>
        </p:spPr>
        <p:txBody>
          <a:bodyPr anchor="b">
            <a:noAutofit/>
          </a:bodyPr>
          <a:lstStyle>
            <a:lvl1pPr marL="0" indent="0" algn="ctr">
              <a:spcBef>
                <a:spcPts val="0"/>
              </a:spcBef>
              <a:buNone/>
              <a:defRPr sz="1600" b="1" cap="none" baseline="0">
                <a:solidFill>
                  <a:schemeClr val="bg1"/>
                </a:solidFill>
              </a:defRPr>
            </a:lvl1pPr>
            <a:lvl2pPr marL="457200" indent="0" algn="ctr">
              <a:buNone/>
              <a:defRPr sz="1800" b="1">
                <a:solidFill>
                  <a:schemeClr val="accent2"/>
                </a:solidFill>
              </a:defRPr>
            </a:lvl2pPr>
          </a:lstStyle>
          <a:p>
            <a:pPr lvl="0"/>
            <a:r>
              <a:rPr lang="en-GB"/>
              <a:t>Edit title</a:t>
            </a:r>
          </a:p>
        </p:txBody>
      </p:sp>
      <p:sp>
        <p:nvSpPr>
          <p:cNvPr id="22" name="Tijdelijke aanduiding voor tekst 25">
            <a:extLst>
              <a:ext uri="{FF2B5EF4-FFF2-40B4-BE49-F238E27FC236}">
                <a16:creationId xmlns:a16="http://schemas.microsoft.com/office/drawing/2014/main" id="{5854201C-A52A-D08A-AD00-EA87B6D4D30B}"/>
              </a:ext>
            </a:extLst>
          </p:cNvPr>
          <p:cNvSpPr>
            <a:spLocks noGrp="1"/>
          </p:cNvSpPr>
          <p:nvPr>
            <p:ph type="body" sz="quarter" idx="20" hasCustomPrompt="1"/>
          </p:nvPr>
        </p:nvSpPr>
        <p:spPr>
          <a:xfrm>
            <a:off x="8132781" y="4626229"/>
            <a:ext cx="2979866" cy="647668"/>
          </a:xfrm>
        </p:spPr>
        <p:txBody>
          <a:bodyPr anchor="b">
            <a:noAutofit/>
          </a:bodyPr>
          <a:lstStyle>
            <a:lvl1pPr marL="0" indent="0" algn="ctr">
              <a:spcBef>
                <a:spcPts val="0"/>
              </a:spcBef>
              <a:buNone/>
              <a:defRPr sz="1600" b="1" i="0" cap="none" baseline="0">
                <a:solidFill>
                  <a:schemeClr val="bg1"/>
                </a:solidFill>
                <a:latin typeface="Rubik" pitchFamily="2" charset="-79"/>
                <a:cs typeface="Rubik" pitchFamily="2" charset="-79"/>
              </a:defRPr>
            </a:lvl1pPr>
            <a:lvl2pPr marL="457200" indent="0" algn="ctr">
              <a:buNone/>
              <a:defRPr sz="1600" b="1" i="0">
                <a:solidFill>
                  <a:schemeClr val="accent2"/>
                </a:solidFill>
                <a:latin typeface="Rubik" pitchFamily="2" charset="-79"/>
                <a:cs typeface="Rubik" pitchFamily="2" charset="-79"/>
              </a:defRPr>
            </a:lvl2pPr>
          </a:lstStyle>
          <a:p>
            <a:pPr lvl="0"/>
            <a:r>
              <a:rPr lang="en-GB"/>
              <a:t>Edit title</a:t>
            </a:r>
          </a:p>
        </p:txBody>
      </p:sp>
      <p:sp>
        <p:nvSpPr>
          <p:cNvPr id="24" name="Tijdelijke aanduiding voor afbeelding 6">
            <a:extLst>
              <a:ext uri="{FF2B5EF4-FFF2-40B4-BE49-F238E27FC236}">
                <a16:creationId xmlns:a16="http://schemas.microsoft.com/office/drawing/2014/main" id="{D84365C6-F3E8-E0A7-CE49-470CA4CBCFF0}"/>
              </a:ext>
            </a:extLst>
          </p:cNvPr>
          <p:cNvSpPr>
            <a:spLocks noGrp="1"/>
          </p:cNvSpPr>
          <p:nvPr>
            <p:ph type="pic" sz="quarter" idx="29" hasCustomPrompt="1"/>
          </p:nvPr>
        </p:nvSpPr>
        <p:spPr>
          <a:xfrm>
            <a:off x="1226440" y="1737361"/>
            <a:ext cx="2801162" cy="2825595"/>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 name="Tijdelijke aanduiding voor afbeelding 6">
            <a:extLst>
              <a:ext uri="{FF2B5EF4-FFF2-40B4-BE49-F238E27FC236}">
                <a16:creationId xmlns:a16="http://schemas.microsoft.com/office/drawing/2014/main" id="{4D23C989-54D4-A7DA-C5D2-418455945C96}"/>
              </a:ext>
            </a:extLst>
          </p:cNvPr>
          <p:cNvSpPr>
            <a:spLocks noGrp="1"/>
          </p:cNvSpPr>
          <p:nvPr>
            <p:ph type="pic" sz="quarter" idx="30" hasCustomPrompt="1"/>
          </p:nvPr>
        </p:nvSpPr>
        <p:spPr>
          <a:xfrm>
            <a:off x="4684224" y="1737360"/>
            <a:ext cx="2801162" cy="2825595"/>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3" name="Tijdelijke aanduiding voor afbeelding 6">
            <a:extLst>
              <a:ext uri="{FF2B5EF4-FFF2-40B4-BE49-F238E27FC236}">
                <a16:creationId xmlns:a16="http://schemas.microsoft.com/office/drawing/2014/main" id="{83267894-0EC5-FD2C-2502-F59258142673}"/>
              </a:ext>
            </a:extLst>
          </p:cNvPr>
          <p:cNvSpPr>
            <a:spLocks noGrp="1"/>
          </p:cNvSpPr>
          <p:nvPr>
            <p:ph type="pic" sz="quarter" idx="31" hasCustomPrompt="1"/>
          </p:nvPr>
        </p:nvSpPr>
        <p:spPr>
          <a:xfrm>
            <a:off x="8191653" y="1737359"/>
            <a:ext cx="2801162" cy="2825595"/>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6" name="Tijdelijke aanduiding voor tekst 37">
            <a:extLst>
              <a:ext uri="{FF2B5EF4-FFF2-40B4-BE49-F238E27FC236}">
                <a16:creationId xmlns:a16="http://schemas.microsoft.com/office/drawing/2014/main" id="{601E6CE2-C937-BAA0-2CDD-59A8865341C0}"/>
              </a:ext>
            </a:extLst>
          </p:cNvPr>
          <p:cNvSpPr>
            <a:spLocks noGrp="1"/>
          </p:cNvSpPr>
          <p:nvPr>
            <p:ph type="body" sz="quarter" idx="33" hasCustomPrompt="1"/>
          </p:nvPr>
        </p:nvSpPr>
        <p:spPr>
          <a:xfrm>
            <a:off x="1140311" y="5337171"/>
            <a:ext cx="2979866" cy="981596"/>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27" name="Tijdelijke aanduiding voor tekst 37">
            <a:extLst>
              <a:ext uri="{FF2B5EF4-FFF2-40B4-BE49-F238E27FC236}">
                <a16:creationId xmlns:a16="http://schemas.microsoft.com/office/drawing/2014/main" id="{7EC46486-5FD6-668F-4C55-F2ABA5908038}"/>
              </a:ext>
            </a:extLst>
          </p:cNvPr>
          <p:cNvSpPr>
            <a:spLocks noGrp="1"/>
          </p:cNvSpPr>
          <p:nvPr>
            <p:ph type="body" sz="quarter" idx="34" hasCustomPrompt="1"/>
          </p:nvPr>
        </p:nvSpPr>
        <p:spPr>
          <a:xfrm>
            <a:off x="4636547" y="5337171"/>
            <a:ext cx="2979866" cy="981596"/>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28" name="Tijdelijke aanduiding voor tekst 37">
            <a:extLst>
              <a:ext uri="{FF2B5EF4-FFF2-40B4-BE49-F238E27FC236}">
                <a16:creationId xmlns:a16="http://schemas.microsoft.com/office/drawing/2014/main" id="{6470A60E-47B8-5B92-B2FA-C9FE2EDC188B}"/>
              </a:ext>
            </a:extLst>
          </p:cNvPr>
          <p:cNvSpPr>
            <a:spLocks noGrp="1"/>
          </p:cNvSpPr>
          <p:nvPr>
            <p:ph type="body" sz="quarter" idx="35" hasCustomPrompt="1"/>
          </p:nvPr>
        </p:nvSpPr>
        <p:spPr>
          <a:xfrm>
            <a:off x="8132781" y="5337171"/>
            <a:ext cx="2979866" cy="981596"/>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Tree>
    <p:extLst>
      <p:ext uri="{BB962C8B-B14F-4D97-AF65-F5344CB8AC3E}">
        <p14:creationId xmlns:p14="http://schemas.microsoft.com/office/powerpoint/2010/main" val="30501178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items with picture">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BB32098-2040-4F1B-8CC9-EA8D256C30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3" name="Titel 24">
            <a:extLst>
              <a:ext uri="{FF2B5EF4-FFF2-40B4-BE49-F238E27FC236}">
                <a16:creationId xmlns:a16="http://schemas.microsoft.com/office/drawing/2014/main" id="{CB7BABAA-8537-8D5F-D5C0-BBC764F2CC59}"/>
              </a:ext>
            </a:extLst>
          </p:cNvPr>
          <p:cNvSpPr>
            <a:spLocks noGrp="1"/>
          </p:cNvSpPr>
          <p:nvPr>
            <p:ph type="title" hasCustomPrompt="1"/>
          </p:nvPr>
        </p:nvSpPr>
        <p:spPr>
          <a:xfrm>
            <a:off x="478118" y="690762"/>
            <a:ext cx="11032563"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0" name="Tekstvak 9">
            <a:extLst>
              <a:ext uri="{FF2B5EF4-FFF2-40B4-BE49-F238E27FC236}">
                <a16:creationId xmlns:a16="http://schemas.microsoft.com/office/drawing/2014/main" id="{3C5628B9-E894-1DA8-D85C-AA3286B85CC8}"/>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4" name="Tekstvak 13">
            <a:extLst>
              <a:ext uri="{FF2B5EF4-FFF2-40B4-BE49-F238E27FC236}">
                <a16:creationId xmlns:a16="http://schemas.microsoft.com/office/drawing/2014/main" id="{39D4CC53-7FE1-3AFF-ABE3-D8BB9C51A864}"/>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5" name="Tijdelijke aanduiding voor dianummer 2">
            <a:extLst>
              <a:ext uri="{FF2B5EF4-FFF2-40B4-BE49-F238E27FC236}">
                <a16:creationId xmlns:a16="http://schemas.microsoft.com/office/drawing/2014/main" id="{43D3DE94-8B3F-26A1-919C-B3476646D3C4}"/>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
        <p:nvSpPr>
          <p:cNvPr id="19" name="Tijdelijke aanduiding voor tekst 25">
            <a:extLst>
              <a:ext uri="{FF2B5EF4-FFF2-40B4-BE49-F238E27FC236}">
                <a16:creationId xmlns:a16="http://schemas.microsoft.com/office/drawing/2014/main" id="{99C4D574-F99F-017F-07F2-3687B9374285}"/>
              </a:ext>
            </a:extLst>
          </p:cNvPr>
          <p:cNvSpPr>
            <a:spLocks noGrp="1"/>
          </p:cNvSpPr>
          <p:nvPr>
            <p:ph type="body" sz="quarter" idx="12" hasCustomPrompt="1"/>
          </p:nvPr>
        </p:nvSpPr>
        <p:spPr>
          <a:xfrm>
            <a:off x="1925264" y="5165462"/>
            <a:ext cx="3364213" cy="647668"/>
          </a:xfrm>
        </p:spPr>
        <p:txBody>
          <a:bodyPr anchor="b">
            <a:noAutofit/>
          </a:bodyPr>
          <a:lstStyle>
            <a:lvl1pPr marL="0" indent="0" algn="ctr">
              <a:spcBef>
                <a:spcPts val="0"/>
              </a:spcBef>
              <a:buNone/>
              <a:defRPr sz="1600" b="1" i="0" cap="none" baseline="0">
                <a:solidFill>
                  <a:schemeClr val="accent1"/>
                </a:solidFill>
                <a:latin typeface="Rubik" pitchFamily="2" charset="-79"/>
                <a:cs typeface="Rubik" pitchFamily="2" charset="-79"/>
              </a:defRPr>
            </a:lvl1pPr>
            <a:lvl2pPr marL="457200" indent="0" algn="ctr">
              <a:buNone/>
              <a:defRPr sz="1600" b="1" i="0" cap="all" baseline="0">
                <a:solidFill>
                  <a:schemeClr val="accent1"/>
                </a:solidFill>
                <a:latin typeface="Rubik" pitchFamily="2" charset="-79"/>
                <a:cs typeface="Rubik" pitchFamily="2" charset="-79"/>
              </a:defRPr>
            </a:lvl2pPr>
          </a:lstStyle>
          <a:p>
            <a:pPr lvl="0"/>
            <a:r>
              <a:rPr lang="en-GB"/>
              <a:t>Edit title</a:t>
            </a:r>
          </a:p>
        </p:txBody>
      </p:sp>
      <p:sp>
        <p:nvSpPr>
          <p:cNvPr id="21" name="Tijdelijke aanduiding voor tekst 25">
            <a:extLst>
              <a:ext uri="{FF2B5EF4-FFF2-40B4-BE49-F238E27FC236}">
                <a16:creationId xmlns:a16="http://schemas.microsoft.com/office/drawing/2014/main" id="{A2805602-B638-E940-D779-73DCC33B4EF2}"/>
              </a:ext>
            </a:extLst>
          </p:cNvPr>
          <p:cNvSpPr>
            <a:spLocks noGrp="1"/>
          </p:cNvSpPr>
          <p:nvPr>
            <p:ph type="body" sz="quarter" idx="16" hasCustomPrompt="1"/>
          </p:nvPr>
        </p:nvSpPr>
        <p:spPr>
          <a:xfrm>
            <a:off x="6899448" y="5165462"/>
            <a:ext cx="3364213" cy="647668"/>
          </a:xfrm>
        </p:spPr>
        <p:txBody>
          <a:bodyPr anchor="b">
            <a:noAutofit/>
          </a:bodyPr>
          <a:lstStyle>
            <a:lvl1pPr marL="0" indent="0" algn="ctr">
              <a:spcBef>
                <a:spcPts val="0"/>
              </a:spcBef>
              <a:buNone/>
              <a:defRPr sz="1600" b="1" cap="none" baseline="0">
                <a:solidFill>
                  <a:schemeClr val="accent1"/>
                </a:solidFill>
              </a:defRPr>
            </a:lvl1pPr>
            <a:lvl2pPr marL="457200" indent="0" algn="ctr">
              <a:buNone/>
              <a:defRPr sz="1800" b="1">
                <a:solidFill>
                  <a:schemeClr val="accent2"/>
                </a:solidFill>
              </a:defRPr>
            </a:lvl2pPr>
          </a:lstStyle>
          <a:p>
            <a:pPr lvl="0"/>
            <a:r>
              <a:rPr lang="en-GB"/>
              <a:t>Edit title</a:t>
            </a:r>
          </a:p>
        </p:txBody>
      </p:sp>
      <p:sp>
        <p:nvSpPr>
          <p:cNvPr id="25" name="Tijdelijke aanduiding voor afbeelding 6">
            <a:extLst>
              <a:ext uri="{FF2B5EF4-FFF2-40B4-BE49-F238E27FC236}">
                <a16:creationId xmlns:a16="http://schemas.microsoft.com/office/drawing/2014/main" id="{584AEE6D-0795-1159-3BEC-332705CCB2C4}"/>
              </a:ext>
            </a:extLst>
          </p:cNvPr>
          <p:cNvSpPr>
            <a:spLocks noGrp="1"/>
          </p:cNvSpPr>
          <p:nvPr>
            <p:ph type="pic" sz="quarter" idx="29" hasCustomPrompt="1"/>
          </p:nvPr>
        </p:nvSpPr>
        <p:spPr>
          <a:xfrm>
            <a:off x="1925264" y="1708632"/>
            <a:ext cx="3364213" cy="3393557"/>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7" name="Tijdelijke aanduiding voor afbeelding 6">
            <a:extLst>
              <a:ext uri="{FF2B5EF4-FFF2-40B4-BE49-F238E27FC236}">
                <a16:creationId xmlns:a16="http://schemas.microsoft.com/office/drawing/2014/main" id="{37F3EA4F-55A0-8BCE-8EBF-89C27A99AD96}"/>
              </a:ext>
            </a:extLst>
          </p:cNvPr>
          <p:cNvSpPr>
            <a:spLocks noGrp="1"/>
          </p:cNvSpPr>
          <p:nvPr>
            <p:ph type="pic" sz="quarter" idx="30" hasCustomPrompt="1"/>
          </p:nvPr>
        </p:nvSpPr>
        <p:spPr>
          <a:xfrm>
            <a:off x="6899448" y="1705529"/>
            <a:ext cx="3367288" cy="3396659"/>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38" name="Tijdelijke aanduiding voor tekst 37">
            <a:extLst>
              <a:ext uri="{FF2B5EF4-FFF2-40B4-BE49-F238E27FC236}">
                <a16:creationId xmlns:a16="http://schemas.microsoft.com/office/drawing/2014/main" id="{E0928BD0-72A2-D037-B817-6276AD08D553}"/>
              </a:ext>
            </a:extLst>
          </p:cNvPr>
          <p:cNvSpPr>
            <a:spLocks noGrp="1"/>
          </p:cNvSpPr>
          <p:nvPr>
            <p:ph type="body" sz="quarter" idx="33" hasCustomPrompt="1"/>
          </p:nvPr>
        </p:nvSpPr>
        <p:spPr>
          <a:xfrm>
            <a:off x="1925264" y="5876404"/>
            <a:ext cx="3364213" cy="981596"/>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39" name="Tijdelijke aanduiding voor tekst 37">
            <a:extLst>
              <a:ext uri="{FF2B5EF4-FFF2-40B4-BE49-F238E27FC236}">
                <a16:creationId xmlns:a16="http://schemas.microsoft.com/office/drawing/2014/main" id="{27219E27-EECF-1AC0-2D5C-B337916DCFB5}"/>
              </a:ext>
            </a:extLst>
          </p:cNvPr>
          <p:cNvSpPr>
            <a:spLocks noGrp="1"/>
          </p:cNvSpPr>
          <p:nvPr>
            <p:ph type="body" sz="quarter" idx="34" hasCustomPrompt="1"/>
          </p:nvPr>
        </p:nvSpPr>
        <p:spPr>
          <a:xfrm>
            <a:off x="6899447" y="5876404"/>
            <a:ext cx="3364213" cy="981596"/>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Tree>
    <p:extLst>
      <p:ext uri="{BB962C8B-B14F-4D97-AF65-F5344CB8AC3E}">
        <p14:creationId xmlns:p14="http://schemas.microsoft.com/office/powerpoint/2010/main" val="19195146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items with picture green">
    <p:bg>
      <p:bgPr>
        <a:solidFill>
          <a:schemeClr val="accent1"/>
        </a:solidFill>
        <a:effectLst/>
      </p:bgPr>
    </p:bg>
    <p:spTree>
      <p:nvGrpSpPr>
        <p:cNvPr id="1" name=""/>
        <p:cNvGrpSpPr/>
        <p:nvPr/>
      </p:nvGrpSpPr>
      <p:grpSpPr>
        <a:xfrm>
          <a:off x="0" y="0"/>
          <a:ext cx="0" cy="0"/>
          <a:chOff x="0" y="0"/>
          <a:chExt cx="0" cy="0"/>
        </a:xfrm>
      </p:grpSpPr>
      <p:sp>
        <p:nvSpPr>
          <p:cNvPr id="62" name="Titel 61">
            <a:extLst>
              <a:ext uri="{FF2B5EF4-FFF2-40B4-BE49-F238E27FC236}">
                <a16:creationId xmlns:a16="http://schemas.microsoft.com/office/drawing/2014/main" id="{F520A92D-1415-7873-4ED8-5AF4F18FEB44}"/>
              </a:ext>
            </a:extLst>
          </p:cNvPr>
          <p:cNvSpPr>
            <a:spLocks noGrp="1"/>
          </p:cNvSpPr>
          <p:nvPr>
            <p:ph type="title" hasCustomPrompt="1"/>
          </p:nvPr>
        </p:nvSpPr>
        <p:spPr>
          <a:xfrm>
            <a:off x="873036" y="737498"/>
            <a:ext cx="10423539" cy="646331"/>
          </a:xfrm>
        </p:spPr>
        <p:txBody>
          <a:bodyPr bIns="0" anchor="b">
            <a:normAutofit/>
          </a:bodyPr>
          <a:lstStyle>
            <a:lvl1pPr algn="l">
              <a:defRPr sz="3000" b="1" i="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pic>
        <p:nvPicPr>
          <p:cNvPr id="14" name="Graphic 13">
            <a:extLst>
              <a:ext uri="{FF2B5EF4-FFF2-40B4-BE49-F238E27FC236}">
                <a16:creationId xmlns:a16="http://schemas.microsoft.com/office/drawing/2014/main" id="{30021263-787E-9F47-F1F0-8DC724585D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11" name="Tekstvak 10">
            <a:extLst>
              <a:ext uri="{FF2B5EF4-FFF2-40B4-BE49-F238E27FC236}">
                <a16:creationId xmlns:a16="http://schemas.microsoft.com/office/drawing/2014/main" id="{89F0B8AE-82E0-794B-A0A6-28F2BBD88B49}"/>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bg1"/>
                </a:solidFill>
                <a:latin typeface="+mn-lt"/>
              </a:rPr>
              <a:t>SUPPORTING COMPANIES TO BE COMPETITIVE</a:t>
            </a:r>
          </a:p>
        </p:txBody>
      </p:sp>
      <p:sp>
        <p:nvSpPr>
          <p:cNvPr id="12" name="Tekstvak 11">
            <a:extLst>
              <a:ext uri="{FF2B5EF4-FFF2-40B4-BE49-F238E27FC236}">
                <a16:creationId xmlns:a16="http://schemas.microsoft.com/office/drawing/2014/main" id="{BC44FDF3-7FF2-C3A2-A4A8-2F9E4F35415B}"/>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bg1"/>
                </a:solidFill>
              </a:rPr>
              <a:t>IN A DIGITAL AND SUSTAINABLE WORLD</a:t>
            </a:r>
            <a:endParaRPr lang="nl-BE" sz="800">
              <a:solidFill>
                <a:schemeClr val="bg1"/>
              </a:solidFill>
            </a:endParaRPr>
          </a:p>
        </p:txBody>
      </p:sp>
      <p:sp>
        <p:nvSpPr>
          <p:cNvPr id="17" name="Tijdelijke aanduiding voor dianummer 2">
            <a:extLst>
              <a:ext uri="{FF2B5EF4-FFF2-40B4-BE49-F238E27FC236}">
                <a16:creationId xmlns:a16="http://schemas.microsoft.com/office/drawing/2014/main" id="{8CC7618E-72EF-6BF9-D028-B1ABD36BE1B4}"/>
              </a:ext>
            </a:extLst>
          </p:cNvPr>
          <p:cNvSpPr>
            <a:spLocks noGrp="1"/>
          </p:cNvSpPr>
          <p:nvPr>
            <p:ph type="sldNum" sz="quarter" idx="27"/>
          </p:nvPr>
        </p:nvSpPr>
        <p:spPr>
          <a:xfrm>
            <a:off x="11020070" y="6401635"/>
            <a:ext cx="982162" cy="365125"/>
          </a:xfrm>
        </p:spPr>
        <p:txBody>
          <a:bodyPr/>
          <a:lstStyle>
            <a:lvl1pPr>
              <a:defRPr>
                <a:solidFill>
                  <a:schemeClr val="bg1"/>
                </a:solidFill>
              </a:defRPr>
            </a:lvl1pPr>
          </a:lstStyle>
          <a:p>
            <a:fld id="{AEF0F8F7-32FC-4374-ABF8-A7E9888C7A79}" type="slidenum">
              <a:rPr lang="nl-NL" smtClean="0"/>
              <a:pPr/>
              <a:t>‹#›</a:t>
            </a:fld>
            <a:endParaRPr lang="nl-NL"/>
          </a:p>
        </p:txBody>
      </p:sp>
      <p:sp>
        <p:nvSpPr>
          <p:cNvPr id="4" name="Tijdelijke aanduiding voor tekst 25">
            <a:extLst>
              <a:ext uri="{FF2B5EF4-FFF2-40B4-BE49-F238E27FC236}">
                <a16:creationId xmlns:a16="http://schemas.microsoft.com/office/drawing/2014/main" id="{E46D8D44-4D23-92D5-B5CA-AF3C081400AF}"/>
              </a:ext>
            </a:extLst>
          </p:cNvPr>
          <p:cNvSpPr>
            <a:spLocks noGrp="1"/>
          </p:cNvSpPr>
          <p:nvPr>
            <p:ph type="body" sz="quarter" idx="12" hasCustomPrompt="1"/>
          </p:nvPr>
        </p:nvSpPr>
        <p:spPr>
          <a:xfrm>
            <a:off x="1925264" y="5165462"/>
            <a:ext cx="3364213" cy="647668"/>
          </a:xfrm>
        </p:spPr>
        <p:txBody>
          <a:bodyPr anchor="b">
            <a:noAutofit/>
          </a:bodyPr>
          <a:lstStyle>
            <a:lvl1pPr marL="0" indent="0" algn="ctr">
              <a:spcBef>
                <a:spcPts val="0"/>
              </a:spcBef>
              <a:buNone/>
              <a:defRPr sz="1600" b="1" i="0" cap="none" baseline="0">
                <a:solidFill>
                  <a:schemeClr val="bg1"/>
                </a:solidFill>
                <a:latin typeface="Rubik" pitchFamily="2" charset="-79"/>
                <a:cs typeface="Rubik" pitchFamily="2" charset="-79"/>
              </a:defRPr>
            </a:lvl1pPr>
            <a:lvl2pPr marL="457200" indent="0" algn="ctr">
              <a:buNone/>
              <a:defRPr sz="1600" b="1" i="0" cap="all" baseline="0">
                <a:solidFill>
                  <a:schemeClr val="accent1"/>
                </a:solidFill>
                <a:latin typeface="Rubik" pitchFamily="2" charset="-79"/>
                <a:cs typeface="Rubik" pitchFamily="2" charset="-79"/>
              </a:defRPr>
            </a:lvl2pPr>
          </a:lstStyle>
          <a:p>
            <a:pPr lvl="0"/>
            <a:r>
              <a:rPr lang="en-GB"/>
              <a:t>Edit title</a:t>
            </a:r>
          </a:p>
        </p:txBody>
      </p:sp>
      <p:sp>
        <p:nvSpPr>
          <p:cNvPr id="5" name="Tijdelijke aanduiding voor tekst 25">
            <a:extLst>
              <a:ext uri="{FF2B5EF4-FFF2-40B4-BE49-F238E27FC236}">
                <a16:creationId xmlns:a16="http://schemas.microsoft.com/office/drawing/2014/main" id="{6F632B86-1C99-9259-9EF1-FDEAD28140A3}"/>
              </a:ext>
            </a:extLst>
          </p:cNvPr>
          <p:cNvSpPr>
            <a:spLocks noGrp="1"/>
          </p:cNvSpPr>
          <p:nvPr>
            <p:ph type="body" sz="quarter" idx="16" hasCustomPrompt="1"/>
          </p:nvPr>
        </p:nvSpPr>
        <p:spPr>
          <a:xfrm>
            <a:off x="6899448" y="5165462"/>
            <a:ext cx="3364213" cy="647668"/>
          </a:xfrm>
        </p:spPr>
        <p:txBody>
          <a:bodyPr anchor="b">
            <a:noAutofit/>
          </a:bodyPr>
          <a:lstStyle>
            <a:lvl1pPr marL="0" indent="0" algn="ctr">
              <a:spcBef>
                <a:spcPts val="0"/>
              </a:spcBef>
              <a:buNone/>
              <a:defRPr sz="1600" b="1" cap="none" baseline="0">
                <a:solidFill>
                  <a:schemeClr val="bg1"/>
                </a:solidFill>
              </a:defRPr>
            </a:lvl1pPr>
            <a:lvl2pPr marL="457200" indent="0" algn="ctr">
              <a:buNone/>
              <a:defRPr sz="1800" b="1">
                <a:solidFill>
                  <a:schemeClr val="accent2"/>
                </a:solidFill>
              </a:defRPr>
            </a:lvl2pPr>
          </a:lstStyle>
          <a:p>
            <a:pPr lvl="0"/>
            <a:r>
              <a:rPr lang="en-GB"/>
              <a:t>Edit title</a:t>
            </a:r>
          </a:p>
        </p:txBody>
      </p:sp>
      <p:sp>
        <p:nvSpPr>
          <p:cNvPr id="6" name="Tijdelijke aanduiding voor afbeelding 6">
            <a:extLst>
              <a:ext uri="{FF2B5EF4-FFF2-40B4-BE49-F238E27FC236}">
                <a16:creationId xmlns:a16="http://schemas.microsoft.com/office/drawing/2014/main" id="{064FBAE6-6094-8EF3-9D43-E3E3232E934D}"/>
              </a:ext>
            </a:extLst>
          </p:cNvPr>
          <p:cNvSpPr>
            <a:spLocks noGrp="1"/>
          </p:cNvSpPr>
          <p:nvPr>
            <p:ph type="pic" sz="quarter" idx="29" hasCustomPrompt="1"/>
          </p:nvPr>
        </p:nvSpPr>
        <p:spPr>
          <a:xfrm>
            <a:off x="1925264" y="1708632"/>
            <a:ext cx="3364213" cy="3393557"/>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7" name="Tijdelijke aanduiding voor afbeelding 6">
            <a:extLst>
              <a:ext uri="{FF2B5EF4-FFF2-40B4-BE49-F238E27FC236}">
                <a16:creationId xmlns:a16="http://schemas.microsoft.com/office/drawing/2014/main" id="{F45FFCEE-74FA-6954-EBF9-B067E1B3C7FC}"/>
              </a:ext>
            </a:extLst>
          </p:cNvPr>
          <p:cNvSpPr>
            <a:spLocks noGrp="1"/>
          </p:cNvSpPr>
          <p:nvPr>
            <p:ph type="pic" sz="quarter" idx="30" hasCustomPrompt="1"/>
          </p:nvPr>
        </p:nvSpPr>
        <p:spPr>
          <a:xfrm>
            <a:off x="6899448" y="1705529"/>
            <a:ext cx="3367288" cy="3396659"/>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8" name="Tijdelijke aanduiding voor tekst 37">
            <a:extLst>
              <a:ext uri="{FF2B5EF4-FFF2-40B4-BE49-F238E27FC236}">
                <a16:creationId xmlns:a16="http://schemas.microsoft.com/office/drawing/2014/main" id="{855C3963-8ECE-C281-DC23-EC481CA2C284}"/>
              </a:ext>
            </a:extLst>
          </p:cNvPr>
          <p:cNvSpPr>
            <a:spLocks noGrp="1"/>
          </p:cNvSpPr>
          <p:nvPr>
            <p:ph type="body" sz="quarter" idx="33" hasCustomPrompt="1"/>
          </p:nvPr>
        </p:nvSpPr>
        <p:spPr>
          <a:xfrm>
            <a:off x="1925264" y="5876404"/>
            <a:ext cx="3364213" cy="981596"/>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9" name="Tijdelijke aanduiding voor tekst 37">
            <a:extLst>
              <a:ext uri="{FF2B5EF4-FFF2-40B4-BE49-F238E27FC236}">
                <a16:creationId xmlns:a16="http://schemas.microsoft.com/office/drawing/2014/main" id="{087178AE-DAF0-A846-C7A6-B6C056D37DB2}"/>
              </a:ext>
            </a:extLst>
          </p:cNvPr>
          <p:cNvSpPr>
            <a:spLocks noGrp="1"/>
          </p:cNvSpPr>
          <p:nvPr>
            <p:ph type="body" sz="quarter" idx="34" hasCustomPrompt="1"/>
          </p:nvPr>
        </p:nvSpPr>
        <p:spPr>
          <a:xfrm>
            <a:off x="6899447" y="5876404"/>
            <a:ext cx="3364213" cy="981596"/>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Tree>
    <p:extLst>
      <p:ext uri="{BB962C8B-B14F-4D97-AF65-F5344CB8AC3E}">
        <p14:creationId xmlns:p14="http://schemas.microsoft.com/office/powerpoint/2010/main" val="34261490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items with icon + subtitle">
    <p:bg>
      <p:bgPr>
        <a:solidFill>
          <a:schemeClr val="bg1"/>
        </a:solidFill>
        <a:effectLst/>
      </p:bgPr>
    </p:bg>
    <p:spTree>
      <p:nvGrpSpPr>
        <p:cNvPr id="1" name=""/>
        <p:cNvGrpSpPr/>
        <p:nvPr/>
      </p:nvGrpSpPr>
      <p:grpSpPr>
        <a:xfrm>
          <a:off x="0" y="0"/>
          <a:ext cx="0" cy="0"/>
          <a:chOff x="0" y="0"/>
          <a:chExt cx="0" cy="0"/>
        </a:xfrm>
      </p:grpSpPr>
      <p:sp>
        <p:nvSpPr>
          <p:cNvPr id="2" name="Tijdelijke aanduiding voor afbeelding 6">
            <a:extLst>
              <a:ext uri="{FF2B5EF4-FFF2-40B4-BE49-F238E27FC236}">
                <a16:creationId xmlns:a16="http://schemas.microsoft.com/office/drawing/2014/main" id="{89D4CB5B-A44E-7346-29D5-038EE4FEB388}"/>
              </a:ext>
            </a:extLst>
          </p:cNvPr>
          <p:cNvSpPr>
            <a:spLocks noGrp="1"/>
          </p:cNvSpPr>
          <p:nvPr>
            <p:ph type="pic" sz="quarter" idx="29" hasCustomPrompt="1"/>
          </p:nvPr>
        </p:nvSpPr>
        <p:spPr>
          <a:xfrm>
            <a:off x="1606848" y="2597103"/>
            <a:ext cx="1512242" cy="152543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4" name="Tijdelijke aanduiding voor afbeelding 6">
            <a:extLst>
              <a:ext uri="{FF2B5EF4-FFF2-40B4-BE49-F238E27FC236}">
                <a16:creationId xmlns:a16="http://schemas.microsoft.com/office/drawing/2014/main" id="{E4F506CD-F62D-F929-355D-AFF8F02C30A0}"/>
              </a:ext>
            </a:extLst>
          </p:cNvPr>
          <p:cNvSpPr>
            <a:spLocks noGrp="1"/>
          </p:cNvSpPr>
          <p:nvPr>
            <p:ph type="pic" sz="quarter" idx="30" hasCustomPrompt="1"/>
          </p:nvPr>
        </p:nvSpPr>
        <p:spPr>
          <a:xfrm>
            <a:off x="5339879" y="2597103"/>
            <a:ext cx="1512242" cy="152543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5" name="Tijdelijke aanduiding voor afbeelding 6">
            <a:extLst>
              <a:ext uri="{FF2B5EF4-FFF2-40B4-BE49-F238E27FC236}">
                <a16:creationId xmlns:a16="http://schemas.microsoft.com/office/drawing/2014/main" id="{826F062A-0AB8-B745-3505-5C2C1B0CD86D}"/>
              </a:ext>
            </a:extLst>
          </p:cNvPr>
          <p:cNvSpPr>
            <a:spLocks noGrp="1"/>
          </p:cNvSpPr>
          <p:nvPr>
            <p:ph type="pic" sz="quarter" idx="31" hasCustomPrompt="1"/>
          </p:nvPr>
        </p:nvSpPr>
        <p:spPr>
          <a:xfrm>
            <a:off x="9170783" y="2598901"/>
            <a:ext cx="1512242" cy="152543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pic>
        <p:nvPicPr>
          <p:cNvPr id="4" name="Graphic 3">
            <a:extLst>
              <a:ext uri="{FF2B5EF4-FFF2-40B4-BE49-F238E27FC236}">
                <a16:creationId xmlns:a16="http://schemas.microsoft.com/office/drawing/2014/main" id="{02ABD1E3-5D1B-7ECE-FF15-0495A16039E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6" name="Titel 61">
            <a:extLst>
              <a:ext uri="{FF2B5EF4-FFF2-40B4-BE49-F238E27FC236}">
                <a16:creationId xmlns:a16="http://schemas.microsoft.com/office/drawing/2014/main" id="{5F698353-7AA4-5C5B-3C64-ADCE6158B482}"/>
              </a:ext>
            </a:extLst>
          </p:cNvPr>
          <p:cNvSpPr>
            <a:spLocks noGrp="1"/>
          </p:cNvSpPr>
          <p:nvPr>
            <p:ph type="title" hasCustomPrompt="1"/>
          </p:nvPr>
        </p:nvSpPr>
        <p:spPr>
          <a:xfrm>
            <a:off x="873036" y="737498"/>
            <a:ext cx="10423539" cy="646331"/>
          </a:xfrm>
        </p:spPr>
        <p:txBody>
          <a:bodyPr bIns="0" anchor="b">
            <a:normAutofit/>
          </a:bodyPr>
          <a:lstStyle>
            <a:lvl1pPr algn="l">
              <a:defRPr sz="3000" b="1" i="0">
                <a:solidFill>
                  <a:schemeClr val="accent1"/>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0" name="Tijdelijke aanduiding voor tekst 34">
            <a:extLst>
              <a:ext uri="{FF2B5EF4-FFF2-40B4-BE49-F238E27FC236}">
                <a16:creationId xmlns:a16="http://schemas.microsoft.com/office/drawing/2014/main" id="{5C538C8D-DA44-8072-74C6-9AE0ECD45155}"/>
              </a:ext>
            </a:extLst>
          </p:cNvPr>
          <p:cNvSpPr>
            <a:spLocks noGrp="1"/>
          </p:cNvSpPr>
          <p:nvPr>
            <p:ph type="body" sz="quarter" idx="32" hasCustomPrompt="1"/>
          </p:nvPr>
        </p:nvSpPr>
        <p:spPr>
          <a:xfrm>
            <a:off x="873036" y="1463255"/>
            <a:ext cx="10423539" cy="853273"/>
          </a:xfrm>
          <a:noFill/>
        </p:spPr>
        <p:txBody>
          <a:bodyPr wrap="square" lIns="90000" tIns="0" anchor="t">
            <a:noAutofit/>
          </a:bodyPr>
          <a:lstStyle>
            <a:lvl1pPr marL="0" indent="0" algn="l">
              <a:buNone/>
              <a:defRPr lang="nl-NL" sz="3000" b="1" i="0" cap="all" baseline="0" dirty="0">
                <a:solidFill>
                  <a:schemeClr val="tx2"/>
                </a:solidFill>
                <a:latin typeface="Rubik" pitchFamily="2" charset="-79"/>
                <a:cs typeface="Rubik" pitchFamily="2" charset="-79"/>
              </a:defRPr>
            </a:lvl1pPr>
          </a:lstStyle>
          <a:p>
            <a:pPr marL="0" lvl="0" defTabSz="914377" fontAlgn="auto">
              <a:spcAft>
                <a:spcPts val="0"/>
              </a:spcAft>
              <a:buClr>
                <a:prstClr val="white"/>
              </a:buClr>
            </a:pPr>
            <a:r>
              <a:rPr lang="en-GB"/>
              <a:t>Click to edit Master Subtitle</a:t>
            </a:r>
          </a:p>
        </p:txBody>
      </p:sp>
      <p:sp>
        <p:nvSpPr>
          <p:cNvPr id="16" name="Tijdelijke aanduiding voor tekst 25">
            <a:extLst>
              <a:ext uri="{FF2B5EF4-FFF2-40B4-BE49-F238E27FC236}">
                <a16:creationId xmlns:a16="http://schemas.microsoft.com/office/drawing/2014/main" id="{449A7D5D-9AD8-1B78-DC2E-7803A00C9F85}"/>
              </a:ext>
            </a:extLst>
          </p:cNvPr>
          <p:cNvSpPr>
            <a:spLocks noGrp="1"/>
          </p:cNvSpPr>
          <p:nvPr>
            <p:ph type="body" sz="quarter" idx="14" hasCustomPrompt="1"/>
          </p:nvPr>
        </p:nvSpPr>
        <p:spPr>
          <a:xfrm>
            <a:off x="895426" y="4292520"/>
            <a:ext cx="2913260" cy="506482"/>
          </a:xfrm>
        </p:spPr>
        <p:txBody>
          <a:bodyPr bIns="0" anchor="b">
            <a:noAutofit/>
          </a:bodyPr>
          <a:lstStyle>
            <a:lvl1pPr marL="0" indent="0" algn="ctr">
              <a:spcBef>
                <a:spcPts val="0"/>
              </a:spcBef>
              <a:buNone/>
              <a:defRPr sz="1800" b="1" i="0" cap="none" baseline="0">
                <a:solidFill>
                  <a:schemeClr val="accent1"/>
                </a:solidFill>
                <a:latin typeface="Rubik" pitchFamily="2" charset="-79"/>
                <a:cs typeface="Rubik" pitchFamily="2" charset="-79"/>
              </a:defRPr>
            </a:lvl1pPr>
            <a:lvl2pPr marL="457200" indent="0" algn="ctr">
              <a:buNone/>
              <a:defRPr sz="1800" b="0" i="0">
                <a:solidFill>
                  <a:schemeClr val="bg1"/>
                </a:solidFill>
                <a:latin typeface="Rubik" pitchFamily="2" charset="-79"/>
                <a:cs typeface="Rubik" pitchFamily="2" charset="-79"/>
              </a:defRPr>
            </a:lvl2pPr>
          </a:lstStyle>
          <a:p>
            <a:pPr lvl="0"/>
            <a:r>
              <a:rPr lang="en-GB"/>
              <a:t>Edit title</a:t>
            </a:r>
          </a:p>
        </p:txBody>
      </p:sp>
      <p:sp>
        <p:nvSpPr>
          <p:cNvPr id="3" name="Tijdelijke aanduiding voor tekst 25">
            <a:extLst>
              <a:ext uri="{FF2B5EF4-FFF2-40B4-BE49-F238E27FC236}">
                <a16:creationId xmlns:a16="http://schemas.microsoft.com/office/drawing/2014/main" id="{56FFC605-A4CC-0AA5-2E3E-07CBD53946E4}"/>
              </a:ext>
            </a:extLst>
          </p:cNvPr>
          <p:cNvSpPr>
            <a:spLocks noGrp="1"/>
          </p:cNvSpPr>
          <p:nvPr>
            <p:ph type="body" sz="quarter" idx="40" hasCustomPrompt="1"/>
          </p:nvPr>
        </p:nvSpPr>
        <p:spPr>
          <a:xfrm>
            <a:off x="4607454" y="4292520"/>
            <a:ext cx="2979866" cy="506482"/>
          </a:xfrm>
        </p:spPr>
        <p:txBody>
          <a:bodyPr bIns="0" anchor="b">
            <a:noAutofit/>
          </a:bodyPr>
          <a:lstStyle>
            <a:lvl1pPr marL="0" indent="0" algn="ctr">
              <a:spcBef>
                <a:spcPts val="0"/>
              </a:spcBef>
              <a:buNone/>
              <a:defRPr sz="1800" b="1" i="0" cap="none" baseline="0">
                <a:solidFill>
                  <a:schemeClr val="accent1"/>
                </a:solidFill>
                <a:latin typeface="Rubik" pitchFamily="2" charset="-79"/>
                <a:cs typeface="Rubik" pitchFamily="2" charset="-79"/>
              </a:defRPr>
            </a:lvl1pPr>
            <a:lvl2pPr marL="457200" indent="0" algn="ctr">
              <a:buNone/>
              <a:defRPr sz="1800" b="0" i="0">
                <a:solidFill>
                  <a:schemeClr val="bg1"/>
                </a:solidFill>
                <a:latin typeface="Rubik" pitchFamily="2" charset="-79"/>
                <a:cs typeface="Rubik" pitchFamily="2" charset="-79"/>
              </a:defRPr>
            </a:lvl2pPr>
          </a:lstStyle>
          <a:p>
            <a:pPr lvl="0"/>
            <a:r>
              <a:rPr lang="en-GB"/>
              <a:t>Edit title</a:t>
            </a:r>
          </a:p>
        </p:txBody>
      </p:sp>
      <p:sp>
        <p:nvSpPr>
          <p:cNvPr id="8" name="Tijdelijke aanduiding voor tekst 25">
            <a:extLst>
              <a:ext uri="{FF2B5EF4-FFF2-40B4-BE49-F238E27FC236}">
                <a16:creationId xmlns:a16="http://schemas.microsoft.com/office/drawing/2014/main" id="{278FFB24-A8D8-1554-618F-F2668A2F5701}"/>
              </a:ext>
            </a:extLst>
          </p:cNvPr>
          <p:cNvSpPr>
            <a:spLocks noGrp="1"/>
          </p:cNvSpPr>
          <p:nvPr>
            <p:ph type="body" sz="quarter" idx="42" hasCustomPrompt="1"/>
          </p:nvPr>
        </p:nvSpPr>
        <p:spPr>
          <a:xfrm>
            <a:off x="8436971" y="4292520"/>
            <a:ext cx="2979866" cy="506482"/>
          </a:xfrm>
        </p:spPr>
        <p:txBody>
          <a:bodyPr bIns="0" anchor="b">
            <a:noAutofit/>
          </a:bodyPr>
          <a:lstStyle>
            <a:lvl1pPr marL="0" indent="0" algn="ctr">
              <a:spcBef>
                <a:spcPts val="0"/>
              </a:spcBef>
              <a:buNone/>
              <a:defRPr sz="1800" b="1" i="0" cap="none" baseline="0">
                <a:solidFill>
                  <a:schemeClr val="accent1"/>
                </a:solidFill>
                <a:latin typeface="Rubik" pitchFamily="2" charset="-79"/>
                <a:cs typeface="Rubik" pitchFamily="2" charset="-79"/>
              </a:defRPr>
            </a:lvl1pPr>
            <a:lvl2pPr marL="457200" indent="0" algn="ctr">
              <a:buNone/>
              <a:defRPr sz="1800" b="0" i="0">
                <a:solidFill>
                  <a:schemeClr val="bg1"/>
                </a:solidFill>
                <a:latin typeface="Rubik" pitchFamily="2" charset="-79"/>
                <a:cs typeface="Rubik" pitchFamily="2" charset="-79"/>
              </a:defRPr>
            </a:lvl2pPr>
          </a:lstStyle>
          <a:p>
            <a:pPr lvl="0"/>
            <a:r>
              <a:rPr lang="en-GB"/>
              <a:t>Edit title</a:t>
            </a:r>
          </a:p>
        </p:txBody>
      </p:sp>
      <p:sp>
        <p:nvSpPr>
          <p:cNvPr id="12" name="Tekstvak 11">
            <a:extLst>
              <a:ext uri="{FF2B5EF4-FFF2-40B4-BE49-F238E27FC236}">
                <a16:creationId xmlns:a16="http://schemas.microsoft.com/office/drawing/2014/main" id="{D7AB5697-6ED5-7D0C-A763-538EB5545EBF}"/>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7" name="Tekstvak 16">
            <a:extLst>
              <a:ext uri="{FF2B5EF4-FFF2-40B4-BE49-F238E27FC236}">
                <a16:creationId xmlns:a16="http://schemas.microsoft.com/office/drawing/2014/main" id="{337BAC91-3CD0-7042-83C5-4515DEEC5BD9}"/>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8" name="Tijdelijke aanduiding voor dianummer 2">
            <a:extLst>
              <a:ext uri="{FF2B5EF4-FFF2-40B4-BE49-F238E27FC236}">
                <a16:creationId xmlns:a16="http://schemas.microsoft.com/office/drawing/2014/main" id="{F5CA450F-0651-2402-F70A-C7CE80E3A65D}"/>
              </a:ext>
            </a:extLst>
          </p:cNvPr>
          <p:cNvSpPr>
            <a:spLocks noGrp="1"/>
          </p:cNvSpPr>
          <p:nvPr>
            <p:ph type="sldNum" sz="quarter" idx="27"/>
          </p:nvPr>
        </p:nvSpPr>
        <p:spPr>
          <a:xfrm>
            <a:off x="11020070" y="6401635"/>
            <a:ext cx="982162" cy="365125"/>
          </a:xfrm>
        </p:spPr>
        <p:txBody>
          <a:bodyPr/>
          <a:lstStyle>
            <a:lvl1pPr>
              <a:defRPr>
                <a:solidFill>
                  <a:schemeClr val="accent2"/>
                </a:solidFill>
              </a:defRPr>
            </a:lvl1pPr>
          </a:lstStyle>
          <a:p>
            <a:fld id="{AEF0F8F7-32FC-4374-ABF8-A7E9888C7A79}" type="slidenum">
              <a:rPr lang="nl-NL" smtClean="0"/>
              <a:pPr/>
              <a:t>‹#›</a:t>
            </a:fld>
            <a:endParaRPr lang="nl-NL"/>
          </a:p>
        </p:txBody>
      </p:sp>
      <p:sp>
        <p:nvSpPr>
          <p:cNvPr id="20" name="Tijdelijke aanduiding voor tekst 37">
            <a:extLst>
              <a:ext uri="{FF2B5EF4-FFF2-40B4-BE49-F238E27FC236}">
                <a16:creationId xmlns:a16="http://schemas.microsoft.com/office/drawing/2014/main" id="{F405E3C9-5A2A-8174-9906-99CA21849E05}"/>
              </a:ext>
            </a:extLst>
          </p:cNvPr>
          <p:cNvSpPr>
            <a:spLocks noGrp="1"/>
          </p:cNvSpPr>
          <p:nvPr>
            <p:ph type="body" sz="quarter" idx="33" hasCustomPrompt="1"/>
          </p:nvPr>
        </p:nvSpPr>
        <p:spPr>
          <a:xfrm>
            <a:off x="873036" y="4869180"/>
            <a:ext cx="2979866" cy="1356359"/>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21" name="Tijdelijke aanduiding voor tekst 37">
            <a:extLst>
              <a:ext uri="{FF2B5EF4-FFF2-40B4-BE49-F238E27FC236}">
                <a16:creationId xmlns:a16="http://schemas.microsoft.com/office/drawing/2014/main" id="{648D7E4E-786E-B526-6FE3-B63C8FDADD94}"/>
              </a:ext>
            </a:extLst>
          </p:cNvPr>
          <p:cNvSpPr>
            <a:spLocks noGrp="1"/>
          </p:cNvSpPr>
          <p:nvPr>
            <p:ph type="body" sz="quarter" idx="38" hasCustomPrompt="1"/>
          </p:nvPr>
        </p:nvSpPr>
        <p:spPr>
          <a:xfrm>
            <a:off x="4607454" y="4869180"/>
            <a:ext cx="2979866" cy="1356359"/>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
        <p:nvSpPr>
          <p:cNvPr id="22" name="Tijdelijke aanduiding voor tekst 37">
            <a:extLst>
              <a:ext uri="{FF2B5EF4-FFF2-40B4-BE49-F238E27FC236}">
                <a16:creationId xmlns:a16="http://schemas.microsoft.com/office/drawing/2014/main" id="{D307C7FB-7F1B-4BA1-E19A-DBF7E8231950}"/>
              </a:ext>
            </a:extLst>
          </p:cNvPr>
          <p:cNvSpPr>
            <a:spLocks noGrp="1"/>
          </p:cNvSpPr>
          <p:nvPr>
            <p:ph type="body" sz="quarter" idx="39" hasCustomPrompt="1"/>
          </p:nvPr>
        </p:nvSpPr>
        <p:spPr>
          <a:xfrm>
            <a:off x="8436971" y="4869180"/>
            <a:ext cx="2979866" cy="1356359"/>
          </a:xfrm>
        </p:spPr>
        <p:txBody>
          <a:bodyPr/>
          <a:lstStyle>
            <a:lvl1pPr algn="ctr">
              <a:buFont typeface="Arial" panose="020B0604020202020204" pitchFamily="34" charset="0"/>
              <a:buNone/>
              <a:defRPr sz="1600"/>
            </a:lvl1pPr>
          </a:lstStyle>
          <a:p>
            <a:pPr lvl="0"/>
            <a:r>
              <a:rPr lang="nl-NL"/>
              <a:t>Click </a:t>
            </a:r>
            <a:r>
              <a:rPr lang="nl-NL" err="1"/>
              <a:t>to</a:t>
            </a:r>
            <a:r>
              <a:rPr lang="nl-NL"/>
              <a:t> </a:t>
            </a:r>
            <a:r>
              <a:rPr lang="nl-NL" err="1"/>
              <a:t>edit</a:t>
            </a:r>
            <a:endParaRPr lang="en-BE"/>
          </a:p>
        </p:txBody>
      </p:sp>
    </p:spTree>
    <p:extLst>
      <p:ext uri="{BB962C8B-B14F-4D97-AF65-F5344CB8AC3E}">
        <p14:creationId xmlns:p14="http://schemas.microsoft.com/office/powerpoint/2010/main" val="41844553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items with icon">
    <p:spTree>
      <p:nvGrpSpPr>
        <p:cNvPr id="1" name=""/>
        <p:cNvGrpSpPr/>
        <p:nvPr/>
      </p:nvGrpSpPr>
      <p:grpSpPr>
        <a:xfrm>
          <a:off x="0" y="0"/>
          <a:ext cx="0" cy="0"/>
          <a:chOff x="0" y="0"/>
          <a:chExt cx="0" cy="0"/>
        </a:xfrm>
      </p:grpSpPr>
      <p:sp>
        <p:nvSpPr>
          <p:cNvPr id="26" name="Tijdelijke aanduiding voor tekst 25">
            <a:extLst>
              <a:ext uri="{FF2B5EF4-FFF2-40B4-BE49-F238E27FC236}">
                <a16:creationId xmlns:a16="http://schemas.microsoft.com/office/drawing/2014/main" id="{31D7705E-B30B-41A9-7C11-4A5FB01DC056}"/>
              </a:ext>
            </a:extLst>
          </p:cNvPr>
          <p:cNvSpPr>
            <a:spLocks noGrp="1"/>
          </p:cNvSpPr>
          <p:nvPr>
            <p:ph type="body" sz="quarter" idx="12" hasCustomPrompt="1"/>
          </p:nvPr>
        </p:nvSpPr>
        <p:spPr>
          <a:xfrm>
            <a:off x="878315" y="3205889"/>
            <a:ext cx="2212012" cy="494212"/>
          </a:xfrm>
        </p:spPr>
        <p:txBody>
          <a:bodyPr tIns="46800" bIns="0" anchor="ctr">
            <a:noAutofit/>
          </a:bodyPr>
          <a:lstStyle>
            <a:lvl1pPr marL="0" indent="0" algn="ctr">
              <a:buNone/>
              <a:defRPr sz="1600" b="1" cap="none" baseline="0">
                <a:solidFill>
                  <a:schemeClr val="accent1"/>
                </a:solidFill>
              </a:defRPr>
            </a:lvl1pPr>
            <a:lvl2pPr marL="457200" indent="0" algn="ctr">
              <a:buNone/>
              <a:defRPr sz="1600" b="1">
                <a:solidFill>
                  <a:schemeClr val="accent1"/>
                </a:solidFill>
              </a:defRPr>
            </a:lvl2pPr>
          </a:lstStyle>
          <a:p>
            <a:pPr lvl="0"/>
            <a:r>
              <a:rPr lang="en-GB"/>
              <a:t>Click to edit</a:t>
            </a:r>
          </a:p>
        </p:txBody>
      </p:sp>
      <p:sp>
        <p:nvSpPr>
          <p:cNvPr id="28" name="Tijdelijke aanduiding voor tekst 27">
            <a:extLst>
              <a:ext uri="{FF2B5EF4-FFF2-40B4-BE49-F238E27FC236}">
                <a16:creationId xmlns:a16="http://schemas.microsoft.com/office/drawing/2014/main" id="{17761114-5EA3-5309-83EC-53DA7AEA3303}"/>
              </a:ext>
            </a:extLst>
          </p:cNvPr>
          <p:cNvSpPr>
            <a:spLocks noGrp="1"/>
          </p:cNvSpPr>
          <p:nvPr>
            <p:ph type="body" sz="quarter" idx="13" hasCustomPrompt="1"/>
          </p:nvPr>
        </p:nvSpPr>
        <p:spPr>
          <a:xfrm>
            <a:off x="878315" y="3777403"/>
            <a:ext cx="2212012" cy="1942116"/>
          </a:xfrm>
          <a:noFill/>
        </p:spPr>
        <p:txBody>
          <a:bodyPr wrap="square" anchor="t">
            <a:noAutofit/>
          </a:bodyPr>
          <a:lstStyle>
            <a:lvl1pPr marL="0" indent="0" algn="ctr">
              <a:buNone/>
              <a:defRPr lang="nl-NL" sz="1600" smtClean="0">
                <a:solidFill>
                  <a:schemeClr val="accent3"/>
                </a:solidFill>
              </a:defRPr>
            </a:lvl1pPr>
            <a:lvl2pPr marL="228600" indent="0">
              <a:buNone/>
              <a:defRPr lang="nl-NL" sz="1800" smtClean="0"/>
            </a:lvl2pPr>
            <a:lvl3pPr marL="685800" indent="0">
              <a:buNone/>
              <a:defRPr lang="nl-NL" sz="1800" smtClean="0"/>
            </a:lvl3pPr>
            <a:lvl4pPr marL="1143000" indent="0">
              <a:buNone/>
              <a:defRPr lang="nl-NL" smtClean="0"/>
            </a:lvl4pPr>
            <a:lvl5pPr marL="1600200" indent="0">
              <a:buNone/>
              <a:defRPr lang="nl-BE"/>
            </a:lvl5pPr>
          </a:lstStyle>
          <a:p>
            <a:pPr lvl="0"/>
            <a:r>
              <a:rPr lang="en-GB"/>
              <a:t>Click to edit text</a:t>
            </a:r>
          </a:p>
        </p:txBody>
      </p:sp>
      <p:pic>
        <p:nvPicPr>
          <p:cNvPr id="11" name="Graphic 10">
            <a:extLst>
              <a:ext uri="{FF2B5EF4-FFF2-40B4-BE49-F238E27FC236}">
                <a16:creationId xmlns:a16="http://schemas.microsoft.com/office/drawing/2014/main" id="{4F81878C-82F6-2E61-3023-BB07F64AAB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22" name="Tijdelijke aanduiding voor afbeelding 6">
            <a:extLst>
              <a:ext uri="{FF2B5EF4-FFF2-40B4-BE49-F238E27FC236}">
                <a16:creationId xmlns:a16="http://schemas.microsoft.com/office/drawing/2014/main" id="{24B9657A-D681-3B5A-8E3C-363C916D8241}"/>
              </a:ext>
            </a:extLst>
          </p:cNvPr>
          <p:cNvSpPr>
            <a:spLocks noGrp="1"/>
          </p:cNvSpPr>
          <p:nvPr>
            <p:ph type="pic" sz="quarter" idx="29"/>
          </p:nvPr>
        </p:nvSpPr>
        <p:spPr>
          <a:xfrm>
            <a:off x="1563243" y="2246427"/>
            <a:ext cx="842156" cy="849502"/>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US"/>
              <a:t>Click icon to add picture</a:t>
            </a:r>
            <a:endParaRPr lang="nl-BE"/>
          </a:p>
        </p:txBody>
      </p:sp>
      <p:sp>
        <p:nvSpPr>
          <p:cNvPr id="23" name="Tijdelijke aanduiding voor afbeelding 6">
            <a:extLst>
              <a:ext uri="{FF2B5EF4-FFF2-40B4-BE49-F238E27FC236}">
                <a16:creationId xmlns:a16="http://schemas.microsoft.com/office/drawing/2014/main" id="{9F1EE961-AF2C-4E3A-F827-5D8B68105ABD}"/>
              </a:ext>
            </a:extLst>
          </p:cNvPr>
          <p:cNvSpPr>
            <a:spLocks noGrp="1"/>
          </p:cNvSpPr>
          <p:nvPr>
            <p:ph type="pic" sz="quarter" idx="36"/>
          </p:nvPr>
        </p:nvSpPr>
        <p:spPr>
          <a:xfrm>
            <a:off x="4313700" y="2246427"/>
            <a:ext cx="842156" cy="849502"/>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US"/>
              <a:t>Click icon to add picture</a:t>
            </a:r>
            <a:endParaRPr lang="nl-BE"/>
          </a:p>
        </p:txBody>
      </p:sp>
      <p:sp>
        <p:nvSpPr>
          <p:cNvPr id="24" name="Tijdelijke aanduiding voor afbeelding 6">
            <a:extLst>
              <a:ext uri="{FF2B5EF4-FFF2-40B4-BE49-F238E27FC236}">
                <a16:creationId xmlns:a16="http://schemas.microsoft.com/office/drawing/2014/main" id="{A9C7CBA0-59B3-19B9-2322-C6517E1A9D22}"/>
              </a:ext>
            </a:extLst>
          </p:cNvPr>
          <p:cNvSpPr>
            <a:spLocks noGrp="1"/>
          </p:cNvSpPr>
          <p:nvPr>
            <p:ph type="pic" sz="quarter" idx="37"/>
          </p:nvPr>
        </p:nvSpPr>
        <p:spPr>
          <a:xfrm>
            <a:off x="7056900" y="2246427"/>
            <a:ext cx="842156" cy="849502"/>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US"/>
              <a:t>Click icon to add picture</a:t>
            </a:r>
            <a:endParaRPr lang="nl-BE"/>
          </a:p>
        </p:txBody>
      </p:sp>
      <p:sp>
        <p:nvSpPr>
          <p:cNvPr id="25" name="Tijdelijke aanduiding voor afbeelding 6">
            <a:extLst>
              <a:ext uri="{FF2B5EF4-FFF2-40B4-BE49-F238E27FC236}">
                <a16:creationId xmlns:a16="http://schemas.microsoft.com/office/drawing/2014/main" id="{0D78CF55-B219-0A9E-4DCA-8C72DF649A6E}"/>
              </a:ext>
            </a:extLst>
          </p:cNvPr>
          <p:cNvSpPr>
            <a:spLocks noGrp="1"/>
          </p:cNvSpPr>
          <p:nvPr>
            <p:ph type="pic" sz="quarter" idx="38"/>
          </p:nvPr>
        </p:nvSpPr>
        <p:spPr>
          <a:xfrm>
            <a:off x="9814614" y="2246427"/>
            <a:ext cx="842156" cy="849502"/>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US"/>
              <a:t>Click icon to add picture</a:t>
            </a:r>
            <a:endParaRPr lang="nl-BE"/>
          </a:p>
        </p:txBody>
      </p:sp>
      <p:sp>
        <p:nvSpPr>
          <p:cNvPr id="2" name="Tijdelijke aanduiding voor tekst 25">
            <a:extLst>
              <a:ext uri="{FF2B5EF4-FFF2-40B4-BE49-F238E27FC236}">
                <a16:creationId xmlns:a16="http://schemas.microsoft.com/office/drawing/2014/main" id="{160D9DB9-FCDE-DD28-E865-7B0822EAF157}"/>
              </a:ext>
            </a:extLst>
          </p:cNvPr>
          <p:cNvSpPr>
            <a:spLocks noGrp="1"/>
          </p:cNvSpPr>
          <p:nvPr>
            <p:ph type="body" sz="quarter" idx="39" hasCustomPrompt="1"/>
          </p:nvPr>
        </p:nvSpPr>
        <p:spPr>
          <a:xfrm>
            <a:off x="3632399" y="3205890"/>
            <a:ext cx="2212012" cy="494212"/>
          </a:xfrm>
        </p:spPr>
        <p:txBody>
          <a:bodyPr tIns="46800" bIns="0" anchor="ctr">
            <a:noAutofit/>
          </a:bodyPr>
          <a:lstStyle>
            <a:lvl1pPr marL="0" indent="0" algn="ctr">
              <a:buNone/>
              <a:defRPr sz="1600" b="1" cap="none" baseline="0">
                <a:solidFill>
                  <a:schemeClr val="accent1"/>
                </a:solidFill>
              </a:defRPr>
            </a:lvl1pPr>
            <a:lvl2pPr marL="457200" indent="0" algn="ctr">
              <a:buNone/>
              <a:defRPr sz="1600" b="1">
                <a:solidFill>
                  <a:schemeClr val="accent1"/>
                </a:solidFill>
              </a:defRPr>
            </a:lvl2pPr>
          </a:lstStyle>
          <a:p>
            <a:pPr lvl="0"/>
            <a:r>
              <a:rPr lang="en-GB"/>
              <a:t>Click to edit</a:t>
            </a:r>
          </a:p>
        </p:txBody>
      </p:sp>
      <p:sp>
        <p:nvSpPr>
          <p:cNvPr id="6" name="Tijdelijke aanduiding voor tekst 27">
            <a:extLst>
              <a:ext uri="{FF2B5EF4-FFF2-40B4-BE49-F238E27FC236}">
                <a16:creationId xmlns:a16="http://schemas.microsoft.com/office/drawing/2014/main" id="{F057DEBF-F8FA-8470-1B64-1B1C70CB01FE}"/>
              </a:ext>
            </a:extLst>
          </p:cNvPr>
          <p:cNvSpPr>
            <a:spLocks noGrp="1"/>
          </p:cNvSpPr>
          <p:nvPr>
            <p:ph type="body" sz="quarter" idx="40" hasCustomPrompt="1"/>
          </p:nvPr>
        </p:nvSpPr>
        <p:spPr>
          <a:xfrm>
            <a:off x="3632399" y="3777404"/>
            <a:ext cx="2212012" cy="1942116"/>
          </a:xfrm>
          <a:noFill/>
        </p:spPr>
        <p:txBody>
          <a:bodyPr wrap="square" anchor="t">
            <a:noAutofit/>
          </a:bodyPr>
          <a:lstStyle>
            <a:lvl1pPr marL="0" indent="0" algn="ctr">
              <a:buNone/>
              <a:defRPr lang="nl-NL" sz="1600" smtClean="0">
                <a:solidFill>
                  <a:schemeClr val="accent3"/>
                </a:solidFill>
              </a:defRPr>
            </a:lvl1pPr>
            <a:lvl2pPr marL="228600" indent="0">
              <a:buNone/>
              <a:defRPr lang="nl-NL" sz="1800" smtClean="0"/>
            </a:lvl2pPr>
            <a:lvl3pPr marL="685800" indent="0">
              <a:buNone/>
              <a:defRPr lang="nl-NL" sz="1800" smtClean="0"/>
            </a:lvl3pPr>
            <a:lvl4pPr marL="1143000" indent="0">
              <a:buNone/>
              <a:defRPr lang="nl-NL" smtClean="0"/>
            </a:lvl4pPr>
            <a:lvl5pPr marL="1600200" indent="0">
              <a:buNone/>
              <a:defRPr lang="nl-BE"/>
            </a:lvl5pPr>
          </a:lstStyle>
          <a:p>
            <a:pPr lvl="0"/>
            <a:r>
              <a:rPr lang="en-GB"/>
              <a:t>Click to edit text</a:t>
            </a:r>
          </a:p>
        </p:txBody>
      </p:sp>
      <p:sp>
        <p:nvSpPr>
          <p:cNvPr id="10" name="Tijdelijke aanduiding voor tekst 25">
            <a:extLst>
              <a:ext uri="{FF2B5EF4-FFF2-40B4-BE49-F238E27FC236}">
                <a16:creationId xmlns:a16="http://schemas.microsoft.com/office/drawing/2014/main" id="{1C19470F-8F23-6CCB-3CB6-61207F1059F9}"/>
              </a:ext>
            </a:extLst>
          </p:cNvPr>
          <p:cNvSpPr>
            <a:spLocks noGrp="1"/>
          </p:cNvSpPr>
          <p:nvPr>
            <p:ph type="body" sz="quarter" idx="41" hasCustomPrompt="1"/>
          </p:nvPr>
        </p:nvSpPr>
        <p:spPr>
          <a:xfrm>
            <a:off x="6386483" y="3205890"/>
            <a:ext cx="2212012" cy="494212"/>
          </a:xfrm>
        </p:spPr>
        <p:txBody>
          <a:bodyPr tIns="46800" bIns="0" anchor="ctr">
            <a:noAutofit/>
          </a:bodyPr>
          <a:lstStyle>
            <a:lvl1pPr marL="0" indent="0" algn="ctr">
              <a:buNone/>
              <a:defRPr sz="1600" b="1" cap="none" baseline="0">
                <a:solidFill>
                  <a:schemeClr val="accent1"/>
                </a:solidFill>
              </a:defRPr>
            </a:lvl1pPr>
            <a:lvl2pPr marL="457200" indent="0" algn="ctr">
              <a:buNone/>
              <a:defRPr sz="1600" b="1">
                <a:solidFill>
                  <a:schemeClr val="accent1"/>
                </a:solidFill>
              </a:defRPr>
            </a:lvl2pPr>
          </a:lstStyle>
          <a:p>
            <a:pPr lvl="0"/>
            <a:r>
              <a:rPr lang="en-GB"/>
              <a:t>Click to edit</a:t>
            </a:r>
          </a:p>
        </p:txBody>
      </p:sp>
      <p:sp>
        <p:nvSpPr>
          <p:cNvPr id="16" name="Tijdelijke aanduiding voor tekst 27">
            <a:extLst>
              <a:ext uri="{FF2B5EF4-FFF2-40B4-BE49-F238E27FC236}">
                <a16:creationId xmlns:a16="http://schemas.microsoft.com/office/drawing/2014/main" id="{B95983B5-110F-1424-EC49-C396927EE92D}"/>
              </a:ext>
            </a:extLst>
          </p:cNvPr>
          <p:cNvSpPr>
            <a:spLocks noGrp="1"/>
          </p:cNvSpPr>
          <p:nvPr>
            <p:ph type="body" sz="quarter" idx="42" hasCustomPrompt="1"/>
          </p:nvPr>
        </p:nvSpPr>
        <p:spPr>
          <a:xfrm>
            <a:off x="6386483" y="3777404"/>
            <a:ext cx="2212012" cy="1942116"/>
          </a:xfrm>
          <a:noFill/>
        </p:spPr>
        <p:txBody>
          <a:bodyPr wrap="square" anchor="t">
            <a:noAutofit/>
          </a:bodyPr>
          <a:lstStyle>
            <a:lvl1pPr marL="0" indent="0" algn="ctr">
              <a:buNone/>
              <a:defRPr lang="nl-NL" sz="1600" smtClean="0">
                <a:solidFill>
                  <a:schemeClr val="accent3"/>
                </a:solidFill>
              </a:defRPr>
            </a:lvl1pPr>
            <a:lvl2pPr marL="228600" indent="0">
              <a:buNone/>
              <a:defRPr lang="nl-NL" sz="1800" smtClean="0"/>
            </a:lvl2pPr>
            <a:lvl3pPr marL="685800" indent="0">
              <a:buNone/>
              <a:defRPr lang="nl-NL" sz="1800" smtClean="0"/>
            </a:lvl3pPr>
            <a:lvl4pPr marL="1143000" indent="0">
              <a:buNone/>
              <a:defRPr lang="nl-NL" smtClean="0"/>
            </a:lvl4pPr>
            <a:lvl5pPr marL="1600200" indent="0">
              <a:buNone/>
              <a:defRPr lang="nl-BE"/>
            </a:lvl5pPr>
          </a:lstStyle>
          <a:p>
            <a:pPr lvl="0"/>
            <a:r>
              <a:rPr lang="en-GB"/>
              <a:t>Click to edit text</a:t>
            </a:r>
          </a:p>
        </p:txBody>
      </p:sp>
      <p:sp>
        <p:nvSpPr>
          <p:cNvPr id="17" name="Tijdelijke aanduiding voor tekst 25">
            <a:extLst>
              <a:ext uri="{FF2B5EF4-FFF2-40B4-BE49-F238E27FC236}">
                <a16:creationId xmlns:a16="http://schemas.microsoft.com/office/drawing/2014/main" id="{D6E58812-6FEE-245A-9E88-31711A1F0C6E}"/>
              </a:ext>
            </a:extLst>
          </p:cNvPr>
          <p:cNvSpPr>
            <a:spLocks noGrp="1"/>
          </p:cNvSpPr>
          <p:nvPr>
            <p:ph type="body" sz="quarter" idx="43" hasCustomPrompt="1"/>
          </p:nvPr>
        </p:nvSpPr>
        <p:spPr>
          <a:xfrm>
            <a:off x="9140567" y="3205889"/>
            <a:ext cx="2212012" cy="494212"/>
          </a:xfrm>
        </p:spPr>
        <p:txBody>
          <a:bodyPr tIns="46800" bIns="0" anchor="ctr">
            <a:noAutofit/>
          </a:bodyPr>
          <a:lstStyle>
            <a:lvl1pPr marL="0" indent="0" algn="ctr">
              <a:buNone/>
              <a:defRPr sz="1600" b="1" cap="none" baseline="0">
                <a:solidFill>
                  <a:schemeClr val="accent1"/>
                </a:solidFill>
              </a:defRPr>
            </a:lvl1pPr>
            <a:lvl2pPr marL="457200" indent="0" algn="ctr">
              <a:buNone/>
              <a:defRPr sz="1600" b="1">
                <a:solidFill>
                  <a:schemeClr val="accent1"/>
                </a:solidFill>
              </a:defRPr>
            </a:lvl2pPr>
          </a:lstStyle>
          <a:p>
            <a:pPr lvl="0"/>
            <a:r>
              <a:rPr lang="en-GB"/>
              <a:t>Click to edit</a:t>
            </a:r>
          </a:p>
        </p:txBody>
      </p:sp>
      <p:sp>
        <p:nvSpPr>
          <p:cNvPr id="18" name="Tijdelijke aanduiding voor tekst 27">
            <a:extLst>
              <a:ext uri="{FF2B5EF4-FFF2-40B4-BE49-F238E27FC236}">
                <a16:creationId xmlns:a16="http://schemas.microsoft.com/office/drawing/2014/main" id="{86C3B88E-C7A4-5349-3B7C-7B381FDDA728}"/>
              </a:ext>
            </a:extLst>
          </p:cNvPr>
          <p:cNvSpPr>
            <a:spLocks noGrp="1"/>
          </p:cNvSpPr>
          <p:nvPr>
            <p:ph type="body" sz="quarter" idx="44" hasCustomPrompt="1"/>
          </p:nvPr>
        </p:nvSpPr>
        <p:spPr>
          <a:xfrm>
            <a:off x="9140567" y="3777403"/>
            <a:ext cx="2212012" cy="1942116"/>
          </a:xfrm>
          <a:noFill/>
        </p:spPr>
        <p:txBody>
          <a:bodyPr wrap="square" anchor="t">
            <a:noAutofit/>
          </a:bodyPr>
          <a:lstStyle>
            <a:lvl1pPr marL="0" indent="0" algn="ctr">
              <a:buNone/>
              <a:defRPr lang="nl-NL" sz="1600" smtClean="0">
                <a:solidFill>
                  <a:schemeClr val="accent3"/>
                </a:solidFill>
              </a:defRPr>
            </a:lvl1pPr>
            <a:lvl2pPr marL="228600" indent="0">
              <a:buNone/>
              <a:defRPr lang="nl-NL" sz="1800" smtClean="0"/>
            </a:lvl2pPr>
            <a:lvl3pPr marL="685800" indent="0">
              <a:buNone/>
              <a:defRPr lang="nl-NL" sz="1800" smtClean="0"/>
            </a:lvl3pPr>
            <a:lvl4pPr marL="1143000" indent="0">
              <a:buNone/>
              <a:defRPr lang="nl-NL" smtClean="0"/>
            </a:lvl4pPr>
            <a:lvl5pPr marL="1600200" indent="0">
              <a:buNone/>
              <a:defRPr lang="nl-BE"/>
            </a:lvl5pPr>
          </a:lstStyle>
          <a:p>
            <a:pPr lvl="0"/>
            <a:r>
              <a:rPr lang="en-GB"/>
              <a:t>Click to edit text</a:t>
            </a:r>
          </a:p>
        </p:txBody>
      </p:sp>
      <p:sp>
        <p:nvSpPr>
          <p:cNvPr id="4" name="Titel 24">
            <a:extLst>
              <a:ext uri="{FF2B5EF4-FFF2-40B4-BE49-F238E27FC236}">
                <a16:creationId xmlns:a16="http://schemas.microsoft.com/office/drawing/2014/main" id="{79AA7A18-9844-4482-7447-976247DE27FC}"/>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5" name="Tekstvak 4">
            <a:extLst>
              <a:ext uri="{FF2B5EF4-FFF2-40B4-BE49-F238E27FC236}">
                <a16:creationId xmlns:a16="http://schemas.microsoft.com/office/drawing/2014/main" id="{258D0504-4A4D-2063-BF12-988CA049EF16}"/>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8" name="Tekstvak 7">
            <a:extLst>
              <a:ext uri="{FF2B5EF4-FFF2-40B4-BE49-F238E27FC236}">
                <a16:creationId xmlns:a16="http://schemas.microsoft.com/office/drawing/2014/main" id="{54BDC121-F726-1DCB-FE7C-69D7D33985CB}"/>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9" name="Tijdelijke aanduiding voor dianummer 2">
            <a:extLst>
              <a:ext uri="{FF2B5EF4-FFF2-40B4-BE49-F238E27FC236}">
                <a16:creationId xmlns:a16="http://schemas.microsoft.com/office/drawing/2014/main" id="{897BB734-B415-501C-0433-51CEAA67EE21}"/>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Tree>
    <p:extLst>
      <p:ext uri="{BB962C8B-B14F-4D97-AF65-F5344CB8AC3E}">
        <p14:creationId xmlns:p14="http://schemas.microsoft.com/office/powerpoint/2010/main" val="34356213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 items with icon short">
    <p:spTree>
      <p:nvGrpSpPr>
        <p:cNvPr id="1" name=""/>
        <p:cNvGrpSpPr/>
        <p:nvPr/>
      </p:nvGrpSpPr>
      <p:grpSpPr>
        <a:xfrm>
          <a:off x="0" y="0"/>
          <a:ext cx="0" cy="0"/>
          <a:chOff x="0" y="0"/>
          <a:chExt cx="0" cy="0"/>
        </a:xfrm>
      </p:grpSpPr>
      <p:sp>
        <p:nvSpPr>
          <p:cNvPr id="26" name="Tijdelijke aanduiding voor tekst 25">
            <a:extLst>
              <a:ext uri="{FF2B5EF4-FFF2-40B4-BE49-F238E27FC236}">
                <a16:creationId xmlns:a16="http://schemas.microsoft.com/office/drawing/2014/main" id="{31D7705E-B30B-41A9-7C11-4A5FB01DC056}"/>
              </a:ext>
            </a:extLst>
          </p:cNvPr>
          <p:cNvSpPr>
            <a:spLocks noGrp="1"/>
          </p:cNvSpPr>
          <p:nvPr>
            <p:ph type="body" sz="quarter" idx="12" hasCustomPrompt="1"/>
          </p:nvPr>
        </p:nvSpPr>
        <p:spPr>
          <a:xfrm>
            <a:off x="1220032" y="4824224"/>
            <a:ext cx="2212012" cy="788570"/>
          </a:xfrm>
        </p:spPr>
        <p:txBody>
          <a:bodyPr anchor="ctr">
            <a:noAutofit/>
          </a:bodyPr>
          <a:lstStyle>
            <a:lvl1pPr marL="0" indent="0" algn="ctr">
              <a:buNone/>
              <a:defRPr sz="1800" b="1" cap="all" baseline="0">
                <a:solidFill>
                  <a:schemeClr val="accent1"/>
                </a:solidFill>
              </a:defRPr>
            </a:lvl1pPr>
            <a:lvl2pPr marL="457200" indent="0" algn="ctr">
              <a:buNone/>
              <a:defRPr sz="1800" b="1">
                <a:solidFill>
                  <a:schemeClr val="accent2"/>
                </a:solidFill>
              </a:defRPr>
            </a:lvl2pPr>
          </a:lstStyle>
          <a:p>
            <a:pPr lvl="0"/>
            <a:r>
              <a:rPr lang="nl-NL"/>
              <a:t>Click </a:t>
            </a:r>
            <a:r>
              <a:rPr lang="nl-NL" err="1"/>
              <a:t>to</a:t>
            </a:r>
            <a:r>
              <a:rPr lang="nl-NL"/>
              <a:t> </a:t>
            </a:r>
            <a:r>
              <a:rPr lang="nl-NL" err="1"/>
              <a:t>edit</a:t>
            </a:r>
            <a:endParaRPr lang="nl-NL"/>
          </a:p>
        </p:txBody>
      </p:sp>
      <p:sp>
        <p:nvSpPr>
          <p:cNvPr id="33" name="Tijdelijke aanduiding voor tekst 34">
            <a:extLst>
              <a:ext uri="{FF2B5EF4-FFF2-40B4-BE49-F238E27FC236}">
                <a16:creationId xmlns:a16="http://schemas.microsoft.com/office/drawing/2014/main" id="{4849F040-9690-7EB6-580D-DCDF2468CD78}"/>
              </a:ext>
            </a:extLst>
          </p:cNvPr>
          <p:cNvSpPr>
            <a:spLocks noGrp="1"/>
          </p:cNvSpPr>
          <p:nvPr>
            <p:ph type="body" sz="quarter" idx="32" hasCustomPrompt="1"/>
          </p:nvPr>
        </p:nvSpPr>
        <p:spPr>
          <a:xfrm>
            <a:off x="1245950" y="1642255"/>
            <a:ext cx="10055351" cy="536086"/>
          </a:xfrm>
          <a:noFill/>
        </p:spPr>
        <p:txBody>
          <a:bodyPr wrap="square" lIns="90000" anchor="ctr">
            <a:noAutofit/>
          </a:bodyPr>
          <a:lstStyle>
            <a:lvl1pPr marL="0" indent="0" algn="l">
              <a:buNone/>
              <a:defRPr lang="nl-NL" sz="1800" b="1" i="0" cap="all" baseline="0" dirty="0">
                <a:solidFill>
                  <a:schemeClr val="accent2"/>
                </a:solidFill>
                <a:latin typeface="Rubik" pitchFamily="2" charset="-79"/>
                <a:cs typeface="Rubik" pitchFamily="2" charset="-79"/>
              </a:defRPr>
            </a:lvl1pPr>
          </a:lstStyle>
          <a:p>
            <a:pPr marL="0" lvl="0" defTabSz="914377" fontAlgn="auto">
              <a:spcAft>
                <a:spcPts val="0"/>
              </a:spcAft>
              <a:buClr>
                <a:prstClr val="white"/>
              </a:buClr>
            </a:pPr>
            <a:r>
              <a:rPr lang="en-GB"/>
              <a:t>Click to edit Master Subtitle</a:t>
            </a:r>
          </a:p>
        </p:txBody>
      </p:sp>
      <p:pic>
        <p:nvPicPr>
          <p:cNvPr id="13" name="Graphic 12">
            <a:extLst>
              <a:ext uri="{FF2B5EF4-FFF2-40B4-BE49-F238E27FC236}">
                <a16:creationId xmlns:a16="http://schemas.microsoft.com/office/drawing/2014/main" id="{F69F1210-99AE-EEA0-B962-9E2CDF1CCE8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17" name="Tijdelijke aanduiding voor afbeelding 6">
            <a:extLst>
              <a:ext uri="{FF2B5EF4-FFF2-40B4-BE49-F238E27FC236}">
                <a16:creationId xmlns:a16="http://schemas.microsoft.com/office/drawing/2014/main" id="{AB5AF2DA-E83D-00D2-B454-E58472BBF15A}"/>
              </a:ext>
            </a:extLst>
          </p:cNvPr>
          <p:cNvSpPr>
            <a:spLocks noGrp="1"/>
          </p:cNvSpPr>
          <p:nvPr>
            <p:ph type="pic" sz="quarter" idx="29" hasCustomPrompt="1"/>
          </p:nvPr>
        </p:nvSpPr>
        <p:spPr>
          <a:xfrm>
            <a:off x="1423296" y="2858400"/>
            <a:ext cx="1805484" cy="182123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 name="Titel 24">
            <a:extLst>
              <a:ext uri="{FF2B5EF4-FFF2-40B4-BE49-F238E27FC236}">
                <a16:creationId xmlns:a16="http://schemas.microsoft.com/office/drawing/2014/main" id="{A04F20D1-F9E7-A734-21D2-6D0031D16A79}"/>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6" name="Tekstvak 5">
            <a:extLst>
              <a:ext uri="{FF2B5EF4-FFF2-40B4-BE49-F238E27FC236}">
                <a16:creationId xmlns:a16="http://schemas.microsoft.com/office/drawing/2014/main" id="{7CB487E8-73A7-A316-2292-871327C86151}"/>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0" name="Tekstvak 9">
            <a:extLst>
              <a:ext uri="{FF2B5EF4-FFF2-40B4-BE49-F238E27FC236}">
                <a16:creationId xmlns:a16="http://schemas.microsoft.com/office/drawing/2014/main" id="{5569B3A5-6E9A-5C09-6A69-9F828C6E6A6F}"/>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1" name="Tijdelijke aanduiding voor dianummer 2">
            <a:extLst>
              <a:ext uri="{FF2B5EF4-FFF2-40B4-BE49-F238E27FC236}">
                <a16:creationId xmlns:a16="http://schemas.microsoft.com/office/drawing/2014/main" id="{7D82BFCA-570B-F5CF-E205-9B0CBB9FF153}"/>
              </a:ext>
            </a:extLst>
          </p:cNvPr>
          <p:cNvSpPr>
            <a:spLocks noGrp="1"/>
          </p:cNvSpPr>
          <p:nvPr>
            <p:ph type="sldNum" sz="quarter" idx="27"/>
          </p:nvPr>
        </p:nvSpPr>
        <p:spPr>
          <a:xfrm>
            <a:off x="11020070" y="6401635"/>
            <a:ext cx="982162" cy="365125"/>
          </a:xfrm>
        </p:spPr>
        <p:txBody>
          <a:bodyPr/>
          <a:lstStyle>
            <a:lvl1pPr>
              <a:defRPr>
                <a:solidFill>
                  <a:schemeClr val="accent2"/>
                </a:solidFill>
              </a:defRPr>
            </a:lvl1pPr>
          </a:lstStyle>
          <a:p>
            <a:fld id="{AEF0F8F7-32FC-4374-ABF8-A7E9888C7A79}" type="slidenum">
              <a:rPr lang="nl-NL" smtClean="0"/>
              <a:pPr/>
              <a:t>‹#›</a:t>
            </a:fld>
            <a:endParaRPr lang="nl-NL">
              <a:solidFill>
                <a:schemeClr val="accent2"/>
              </a:solidFill>
            </a:endParaRPr>
          </a:p>
        </p:txBody>
      </p:sp>
      <p:sp>
        <p:nvSpPr>
          <p:cNvPr id="3" name="Tijdelijke aanduiding voor tekst 25">
            <a:extLst>
              <a:ext uri="{FF2B5EF4-FFF2-40B4-BE49-F238E27FC236}">
                <a16:creationId xmlns:a16="http://schemas.microsoft.com/office/drawing/2014/main" id="{0E6D6D29-A1DC-7101-B4B4-A08B8BF45396}"/>
              </a:ext>
            </a:extLst>
          </p:cNvPr>
          <p:cNvSpPr>
            <a:spLocks noGrp="1"/>
          </p:cNvSpPr>
          <p:nvPr>
            <p:ph type="body" sz="quarter" idx="33" hasCustomPrompt="1"/>
          </p:nvPr>
        </p:nvSpPr>
        <p:spPr>
          <a:xfrm>
            <a:off x="3749374" y="4824224"/>
            <a:ext cx="2212012" cy="788570"/>
          </a:xfrm>
        </p:spPr>
        <p:txBody>
          <a:bodyPr anchor="ctr">
            <a:noAutofit/>
          </a:bodyPr>
          <a:lstStyle>
            <a:lvl1pPr marL="0" indent="0" algn="ctr">
              <a:buNone/>
              <a:defRPr sz="1800" b="1" cap="all" baseline="0">
                <a:solidFill>
                  <a:schemeClr val="accent1"/>
                </a:solidFill>
              </a:defRPr>
            </a:lvl1pPr>
            <a:lvl2pPr marL="457200" indent="0" algn="ctr">
              <a:buNone/>
              <a:defRPr sz="1800" b="1">
                <a:solidFill>
                  <a:schemeClr val="accent2"/>
                </a:solidFill>
              </a:defRPr>
            </a:lvl2pPr>
          </a:lstStyle>
          <a:p>
            <a:pPr lvl="0"/>
            <a:r>
              <a:rPr lang="nl-NL"/>
              <a:t>Click </a:t>
            </a:r>
            <a:r>
              <a:rPr lang="nl-NL" err="1"/>
              <a:t>to</a:t>
            </a:r>
            <a:r>
              <a:rPr lang="nl-NL"/>
              <a:t> </a:t>
            </a:r>
            <a:r>
              <a:rPr lang="nl-NL" err="1"/>
              <a:t>edit</a:t>
            </a:r>
            <a:endParaRPr lang="nl-NL"/>
          </a:p>
        </p:txBody>
      </p:sp>
      <p:sp>
        <p:nvSpPr>
          <p:cNvPr id="5" name="Tijdelijke aanduiding voor afbeelding 6">
            <a:extLst>
              <a:ext uri="{FF2B5EF4-FFF2-40B4-BE49-F238E27FC236}">
                <a16:creationId xmlns:a16="http://schemas.microsoft.com/office/drawing/2014/main" id="{9597B98C-2B83-062D-B2E5-C849CC534C20}"/>
              </a:ext>
            </a:extLst>
          </p:cNvPr>
          <p:cNvSpPr>
            <a:spLocks noGrp="1"/>
          </p:cNvSpPr>
          <p:nvPr>
            <p:ph type="pic" sz="quarter" idx="34" hasCustomPrompt="1"/>
          </p:nvPr>
        </p:nvSpPr>
        <p:spPr>
          <a:xfrm>
            <a:off x="3952638" y="2858400"/>
            <a:ext cx="1805484" cy="182123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7" name="Tijdelijke aanduiding voor tekst 25">
            <a:extLst>
              <a:ext uri="{FF2B5EF4-FFF2-40B4-BE49-F238E27FC236}">
                <a16:creationId xmlns:a16="http://schemas.microsoft.com/office/drawing/2014/main" id="{5F31A41F-A324-0C80-B5CA-16CEB02458F1}"/>
              </a:ext>
            </a:extLst>
          </p:cNvPr>
          <p:cNvSpPr>
            <a:spLocks noGrp="1"/>
          </p:cNvSpPr>
          <p:nvPr>
            <p:ph type="body" sz="quarter" idx="35" hasCustomPrompt="1"/>
          </p:nvPr>
        </p:nvSpPr>
        <p:spPr>
          <a:xfrm>
            <a:off x="6278716" y="4824224"/>
            <a:ext cx="2212012" cy="788570"/>
          </a:xfrm>
        </p:spPr>
        <p:txBody>
          <a:bodyPr anchor="ctr">
            <a:noAutofit/>
          </a:bodyPr>
          <a:lstStyle>
            <a:lvl1pPr marL="0" indent="0" algn="ctr">
              <a:buNone/>
              <a:defRPr sz="1800" b="1" cap="all" baseline="0">
                <a:solidFill>
                  <a:schemeClr val="accent1"/>
                </a:solidFill>
              </a:defRPr>
            </a:lvl1pPr>
            <a:lvl2pPr marL="457200" indent="0" algn="ctr">
              <a:buNone/>
              <a:defRPr sz="1800" b="1">
                <a:solidFill>
                  <a:schemeClr val="accent2"/>
                </a:solidFill>
              </a:defRPr>
            </a:lvl2pPr>
          </a:lstStyle>
          <a:p>
            <a:pPr lvl="0"/>
            <a:r>
              <a:rPr lang="nl-NL"/>
              <a:t>Click </a:t>
            </a:r>
            <a:r>
              <a:rPr lang="nl-NL" err="1"/>
              <a:t>to</a:t>
            </a:r>
            <a:r>
              <a:rPr lang="nl-NL"/>
              <a:t> </a:t>
            </a:r>
            <a:r>
              <a:rPr lang="nl-NL" err="1"/>
              <a:t>edit</a:t>
            </a:r>
            <a:endParaRPr lang="nl-NL"/>
          </a:p>
        </p:txBody>
      </p:sp>
      <p:sp>
        <p:nvSpPr>
          <p:cNvPr id="9" name="Tijdelijke aanduiding voor afbeelding 6">
            <a:extLst>
              <a:ext uri="{FF2B5EF4-FFF2-40B4-BE49-F238E27FC236}">
                <a16:creationId xmlns:a16="http://schemas.microsoft.com/office/drawing/2014/main" id="{7B271259-7CFF-73F0-C9F3-86E2B358E5B0}"/>
              </a:ext>
            </a:extLst>
          </p:cNvPr>
          <p:cNvSpPr>
            <a:spLocks noGrp="1"/>
          </p:cNvSpPr>
          <p:nvPr>
            <p:ph type="pic" sz="quarter" idx="36" hasCustomPrompt="1"/>
          </p:nvPr>
        </p:nvSpPr>
        <p:spPr>
          <a:xfrm>
            <a:off x="6481980" y="2858400"/>
            <a:ext cx="1805484" cy="182123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4" name="Tijdelijke aanduiding voor tekst 25">
            <a:extLst>
              <a:ext uri="{FF2B5EF4-FFF2-40B4-BE49-F238E27FC236}">
                <a16:creationId xmlns:a16="http://schemas.microsoft.com/office/drawing/2014/main" id="{2FD632B9-D822-1C2A-5DC6-A3A991753907}"/>
              </a:ext>
            </a:extLst>
          </p:cNvPr>
          <p:cNvSpPr>
            <a:spLocks noGrp="1"/>
          </p:cNvSpPr>
          <p:nvPr>
            <p:ph type="body" sz="quarter" idx="37" hasCustomPrompt="1"/>
          </p:nvPr>
        </p:nvSpPr>
        <p:spPr>
          <a:xfrm>
            <a:off x="8808058" y="4824224"/>
            <a:ext cx="2212012" cy="788570"/>
          </a:xfrm>
        </p:spPr>
        <p:txBody>
          <a:bodyPr anchor="ctr">
            <a:noAutofit/>
          </a:bodyPr>
          <a:lstStyle>
            <a:lvl1pPr marL="0" indent="0" algn="ctr">
              <a:buNone/>
              <a:defRPr sz="1800" b="1" cap="all" baseline="0">
                <a:solidFill>
                  <a:schemeClr val="accent1"/>
                </a:solidFill>
              </a:defRPr>
            </a:lvl1pPr>
            <a:lvl2pPr marL="457200" indent="0" algn="ctr">
              <a:buNone/>
              <a:defRPr sz="1800" b="1">
                <a:solidFill>
                  <a:schemeClr val="accent2"/>
                </a:solidFill>
              </a:defRPr>
            </a:lvl2pPr>
          </a:lstStyle>
          <a:p>
            <a:pPr lvl="0"/>
            <a:r>
              <a:rPr lang="nl-NL"/>
              <a:t>Click </a:t>
            </a:r>
            <a:r>
              <a:rPr lang="nl-NL" err="1"/>
              <a:t>to</a:t>
            </a:r>
            <a:r>
              <a:rPr lang="nl-NL"/>
              <a:t> </a:t>
            </a:r>
            <a:r>
              <a:rPr lang="nl-NL" err="1"/>
              <a:t>edit</a:t>
            </a:r>
            <a:endParaRPr lang="nl-NL"/>
          </a:p>
        </p:txBody>
      </p:sp>
      <p:sp>
        <p:nvSpPr>
          <p:cNvPr id="15" name="Tijdelijke aanduiding voor afbeelding 6">
            <a:extLst>
              <a:ext uri="{FF2B5EF4-FFF2-40B4-BE49-F238E27FC236}">
                <a16:creationId xmlns:a16="http://schemas.microsoft.com/office/drawing/2014/main" id="{CC5E20CB-C894-9B0F-2B15-A6D44153117F}"/>
              </a:ext>
            </a:extLst>
          </p:cNvPr>
          <p:cNvSpPr>
            <a:spLocks noGrp="1"/>
          </p:cNvSpPr>
          <p:nvPr>
            <p:ph type="pic" sz="quarter" idx="38" hasCustomPrompt="1"/>
          </p:nvPr>
        </p:nvSpPr>
        <p:spPr>
          <a:xfrm>
            <a:off x="9011322" y="2858400"/>
            <a:ext cx="1805484" cy="182123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Tree>
    <p:extLst>
      <p:ext uri="{BB962C8B-B14F-4D97-AF65-F5344CB8AC3E}">
        <p14:creationId xmlns:p14="http://schemas.microsoft.com/office/powerpoint/2010/main" val="38160309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 items">
    <p:spTree>
      <p:nvGrpSpPr>
        <p:cNvPr id="1" name=""/>
        <p:cNvGrpSpPr/>
        <p:nvPr/>
      </p:nvGrpSpPr>
      <p:grpSpPr>
        <a:xfrm>
          <a:off x="0" y="0"/>
          <a:ext cx="0" cy="0"/>
          <a:chOff x="0" y="0"/>
          <a:chExt cx="0" cy="0"/>
        </a:xfrm>
      </p:grpSpPr>
      <p:sp>
        <p:nvSpPr>
          <p:cNvPr id="29" name="Tijdelijke aanduiding voor tekst 34">
            <a:extLst>
              <a:ext uri="{FF2B5EF4-FFF2-40B4-BE49-F238E27FC236}">
                <a16:creationId xmlns:a16="http://schemas.microsoft.com/office/drawing/2014/main" id="{6694FCC1-11B9-16BC-6AC9-041DB62B9235}"/>
              </a:ext>
            </a:extLst>
          </p:cNvPr>
          <p:cNvSpPr>
            <a:spLocks noGrp="1"/>
          </p:cNvSpPr>
          <p:nvPr>
            <p:ph type="body" sz="quarter" idx="18" hasCustomPrompt="1"/>
          </p:nvPr>
        </p:nvSpPr>
        <p:spPr>
          <a:xfrm>
            <a:off x="2145432" y="2709001"/>
            <a:ext cx="3598420" cy="536086"/>
          </a:xfrm>
          <a:noFill/>
        </p:spPr>
        <p:txBody>
          <a:bodyPr wrap="square" lIns="0" bIns="0" anchor="b">
            <a:noAutofit/>
          </a:bodyPr>
          <a:lstStyle>
            <a:lvl1pPr marL="0" indent="0">
              <a:spcBef>
                <a:spcPts val="0"/>
              </a:spcBef>
              <a:buNone/>
              <a:defRPr lang="nl-NL" sz="1800" b="1" i="0" cap="none"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title</a:t>
            </a:r>
          </a:p>
        </p:txBody>
      </p:sp>
      <p:sp>
        <p:nvSpPr>
          <p:cNvPr id="48" name="Tijdelijke aanduiding voor tekst 34">
            <a:extLst>
              <a:ext uri="{FF2B5EF4-FFF2-40B4-BE49-F238E27FC236}">
                <a16:creationId xmlns:a16="http://schemas.microsoft.com/office/drawing/2014/main" id="{06CBBAAD-5E2E-54DF-A1D4-5F9A12298D9B}"/>
              </a:ext>
            </a:extLst>
          </p:cNvPr>
          <p:cNvSpPr>
            <a:spLocks noGrp="1"/>
          </p:cNvSpPr>
          <p:nvPr>
            <p:ph type="body" sz="quarter" idx="27" hasCustomPrompt="1"/>
          </p:nvPr>
        </p:nvSpPr>
        <p:spPr>
          <a:xfrm>
            <a:off x="2145432" y="3332586"/>
            <a:ext cx="3598420" cy="978157"/>
          </a:xfrm>
          <a:noFill/>
        </p:spPr>
        <p:txBody>
          <a:bodyPr wrap="square" lIns="0" tIns="0" bIns="0" anchor="t">
            <a:noAutofit/>
          </a:bodyPr>
          <a:lstStyle>
            <a:lvl1pPr marL="0" indent="0">
              <a:spcBef>
                <a:spcPts val="0"/>
              </a:spcBef>
              <a:buNone/>
              <a:defRPr lang="nl-NL" sz="1800" cap="none" baseline="0" dirty="0">
                <a:solidFill>
                  <a:schemeClr val="accent3"/>
                </a:solidFill>
              </a:defRPr>
            </a:lvl1pPr>
          </a:lstStyle>
          <a:p>
            <a:pPr marL="0" lvl="0" defTabSz="914377" fontAlgn="auto">
              <a:spcAft>
                <a:spcPts val="0"/>
              </a:spcAft>
              <a:buClr>
                <a:prstClr val="white"/>
              </a:buClr>
            </a:pPr>
            <a:r>
              <a:rPr lang="en-GB"/>
              <a:t>Click to edit master text</a:t>
            </a:r>
          </a:p>
        </p:txBody>
      </p:sp>
      <p:pic>
        <p:nvPicPr>
          <p:cNvPr id="4" name="Graphic 3">
            <a:extLst>
              <a:ext uri="{FF2B5EF4-FFF2-40B4-BE49-F238E27FC236}">
                <a16:creationId xmlns:a16="http://schemas.microsoft.com/office/drawing/2014/main" id="{7B240CDE-B419-4911-8605-E8CB037D37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9" name="Tijdelijke aanduiding voor afbeelding 6">
            <a:extLst>
              <a:ext uri="{FF2B5EF4-FFF2-40B4-BE49-F238E27FC236}">
                <a16:creationId xmlns:a16="http://schemas.microsoft.com/office/drawing/2014/main" id="{29590FE8-B9B0-1D08-C5CD-6240AED79BD7}"/>
              </a:ext>
            </a:extLst>
          </p:cNvPr>
          <p:cNvSpPr>
            <a:spLocks noGrp="1"/>
          </p:cNvSpPr>
          <p:nvPr>
            <p:ph type="pic" sz="quarter" idx="37" hasCustomPrompt="1"/>
          </p:nvPr>
        </p:nvSpPr>
        <p:spPr>
          <a:xfrm>
            <a:off x="527450" y="2709000"/>
            <a:ext cx="1427547" cy="1439999"/>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0" name="Tijdelijke aanduiding voor afbeelding 6">
            <a:extLst>
              <a:ext uri="{FF2B5EF4-FFF2-40B4-BE49-F238E27FC236}">
                <a16:creationId xmlns:a16="http://schemas.microsoft.com/office/drawing/2014/main" id="{BB80305A-DA8D-6139-B50D-151FF4597809}"/>
              </a:ext>
            </a:extLst>
          </p:cNvPr>
          <p:cNvSpPr>
            <a:spLocks noGrp="1"/>
          </p:cNvSpPr>
          <p:nvPr>
            <p:ph type="pic" sz="quarter" idx="38" hasCustomPrompt="1"/>
          </p:nvPr>
        </p:nvSpPr>
        <p:spPr>
          <a:xfrm>
            <a:off x="527450" y="4503981"/>
            <a:ext cx="1427547" cy="1439999"/>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1" name="Tijdelijke aanduiding voor afbeelding 6">
            <a:extLst>
              <a:ext uri="{FF2B5EF4-FFF2-40B4-BE49-F238E27FC236}">
                <a16:creationId xmlns:a16="http://schemas.microsoft.com/office/drawing/2014/main" id="{9AD95087-1E4F-7844-B8D2-D2099D6F25F3}"/>
              </a:ext>
            </a:extLst>
          </p:cNvPr>
          <p:cNvSpPr>
            <a:spLocks noGrp="1"/>
          </p:cNvSpPr>
          <p:nvPr>
            <p:ph type="pic" sz="quarter" idx="39" hasCustomPrompt="1"/>
          </p:nvPr>
        </p:nvSpPr>
        <p:spPr>
          <a:xfrm>
            <a:off x="6042732" y="2709000"/>
            <a:ext cx="1427547" cy="1439999"/>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2" name="Tijdelijke aanduiding voor afbeelding 6">
            <a:extLst>
              <a:ext uri="{FF2B5EF4-FFF2-40B4-BE49-F238E27FC236}">
                <a16:creationId xmlns:a16="http://schemas.microsoft.com/office/drawing/2014/main" id="{E71762C2-CE2B-81B7-7784-3469A917EEDB}"/>
              </a:ext>
            </a:extLst>
          </p:cNvPr>
          <p:cNvSpPr>
            <a:spLocks noGrp="1"/>
          </p:cNvSpPr>
          <p:nvPr>
            <p:ph type="pic" sz="quarter" idx="40" hasCustomPrompt="1"/>
          </p:nvPr>
        </p:nvSpPr>
        <p:spPr>
          <a:xfrm>
            <a:off x="6042732" y="4503981"/>
            <a:ext cx="1427547" cy="1439999"/>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accent1"/>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7" name="Tijdelijke aanduiding voor tekst 34">
            <a:extLst>
              <a:ext uri="{FF2B5EF4-FFF2-40B4-BE49-F238E27FC236}">
                <a16:creationId xmlns:a16="http://schemas.microsoft.com/office/drawing/2014/main" id="{8BBA982B-2787-9548-B759-71915C9A423C}"/>
              </a:ext>
            </a:extLst>
          </p:cNvPr>
          <p:cNvSpPr>
            <a:spLocks noGrp="1"/>
          </p:cNvSpPr>
          <p:nvPr>
            <p:ph type="body" sz="quarter" idx="41" hasCustomPrompt="1"/>
          </p:nvPr>
        </p:nvSpPr>
        <p:spPr>
          <a:xfrm>
            <a:off x="2145432" y="4523048"/>
            <a:ext cx="3598420" cy="536086"/>
          </a:xfrm>
          <a:noFill/>
        </p:spPr>
        <p:txBody>
          <a:bodyPr wrap="square" lIns="0" bIns="0" anchor="b">
            <a:noAutofit/>
          </a:bodyPr>
          <a:lstStyle>
            <a:lvl1pPr marL="0" indent="0">
              <a:spcBef>
                <a:spcPts val="0"/>
              </a:spcBef>
              <a:buNone/>
              <a:defRPr lang="nl-NL" sz="1800" b="1" i="0" cap="none"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title</a:t>
            </a:r>
          </a:p>
        </p:txBody>
      </p:sp>
      <p:sp>
        <p:nvSpPr>
          <p:cNvPr id="8" name="Tijdelijke aanduiding voor tekst 34">
            <a:extLst>
              <a:ext uri="{FF2B5EF4-FFF2-40B4-BE49-F238E27FC236}">
                <a16:creationId xmlns:a16="http://schemas.microsoft.com/office/drawing/2014/main" id="{1E61551E-6068-CBB3-C9E9-6480349EB3F9}"/>
              </a:ext>
            </a:extLst>
          </p:cNvPr>
          <p:cNvSpPr>
            <a:spLocks noGrp="1"/>
          </p:cNvSpPr>
          <p:nvPr>
            <p:ph type="body" sz="quarter" idx="42" hasCustomPrompt="1"/>
          </p:nvPr>
        </p:nvSpPr>
        <p:spPr>
          <a:xfrm>
            <a:off x="2145432" y="5146633"/>
            <a:ext cx="3598420" cy="978157"/>
          </a:xfrm>
          <a:noFill/>
        </p:spPr>
        <p:txBody>
          <a:bodyPr wrap="square" lIns="0" tIns="0" bIns="0" anchor="t">
            <a:noAutofit/>
          </a:bodyPr>
          <a:lstStyle>
            <a:lvl1pPr marL="0" indent="0">
              <a:spcBef>
                <a:spcPts val="0"/>
              </a:spcBef>
              <a:buNone/>
              <a:defRPr lang="nl-NL" sz="1800" cap="none" baseline="0" dirty="0">
                <a:solidFill>
                  <a:schemeClr val="accent3"/>
                </a:solidFill>
              </a:defRPr>
            </a:lvl1pPr>
          </a:lstStyle>
          <a:p>
            <a:pPr marL="0" lvl="0" defTabSz="914377" fontAlgn="auto">
              <a:spcAft>
                <a:spcPts val="0"/>
              </a:spcAft>
              <a:buClr>
                <a:prstClr val="white"/>
              </a:buClr>
            </a:pPr>
            <a:r>
              <a:rPr lang="en-GB"/>
              <a:t>Click to edit master text</a:t>
            </a:r>
          </a:p>
        </p:txBody>
      </p:sp>
      <p:sp>
        <p:nvSpPr>
          <p:cNvPr id="15" name="Tijdelijke aanduiding voor tekst 34">
            <a:extLst>
              <a:ext uri="{FF2B5EF4-FFF2-40B4-BE49-F238E27FC236}">
                <a16:creationId xmlns:a16="http://schemas.microsoft.com/office/drawing/2014/main" id="{C627941B-6AD4-38CD-0484-EF22D7115F91}"/>
              </a:ext>
            </a:extLst>
          </p:cNvPr>
          <p:cNvSpPr>
            <a:spLocks noGrp="1"/>
          </p:cNvSpPr>
          <p:nvPr>
            <p:ph type="body" sz="quarter" idx="43" hasCustomPrompt="1"/>
          </p:nvPr>
        </p:nvSpPr>
        <p:spPr>
          <a:xfrm>
            <a:off x="7698154" y="2709001"/>
            <a:ext cx="3598420" cy="536086"/>
          </a:xfrm>
          <a:noFill/>
        </p:spPr>
        <p:txBody>
          <a:bodyPr wrap="square" lIns="0" bIns="0" anchor="b">
            <a:noAutofit/>
          </a:bodyPr>
          <a:lstStyle>
            <a:lvl1pPr marL="0" indent="0">
              <a:spcBef>
                <a:spcPts val="0"/>
              </a:spcBef>
              <a:buNone/>
              <a:defRPr lang="nl-NL" sz="1800" b="1" i="0" cap="none"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title</a:t>
            </a:r>
          </a:p>
        </p:txBody>
      </p:sp>
      <p:sp>
        <p:nvSpPr>
          <p:cNvPr id="16" name="Tijdelijke aanduiding voor tekst 34">
            <a:extLst>
              <a:ext uri="{FF2B5EF4-FFF2-40B4-BE49-F238E27FC236}">
                <a16:creationId xmlns:a16="http://schemas.microsoft.com/office/drawing/2014/main" id="{A63DB76D-200C-B17C-B2D2-BDCB2D61CB26}"/>
              </a:ext>
            </a:extLst>
          </p:cNvPr>
          <p:cNvSpPr>
            <a:spLocks noGrp="1"/>
          </p:cNvSpPr>
          <p:nvPr>
            <p:ph type="body" sz="quarter" idx="44" hasCustomPrompt="1"/>
          </p:nvPr>
        </p:nvSpPr>
        <p:spPr>
          <a:xfrm>
            <a:off x="7698154" y="3332586"/>
            <a:ext cx="3598420" cy="978157"/>
          </a:xfrm>
          <a:noFill/>
        </p:spPr>
        <p:txBody>
          <a:bodyPr wrap="square" lIns="0" tIns="0" bIns="0" anchor="t">
            <a:noAutofit/>
          </a:bodyPr>
          <a:lstStyle>
            <a:lvl1pPr marL="0" indent="0">
              <a:spcBef>
                <a:spcPts val="0"/>
              </a:spcBef>
              <a:buNone/>
              <a:defRPr lang="nl-NL" sz="1800" cap="none" baseline="0" dirty="0">
                <a:solidFill>
                  <a:schemeClr val="accent3"/>
                </a:solidFill>
              </a:defRPr>
            </a:lvl1pPr>
          </a:lstStyle>
          <a:p>
            <a:pPr marL="0" lvl="0" defTabSz="914377" fontAlgn="auto">
              <a:spcAft>
                <a:spcPts val="0"/>
              </a:spcAft>
              <a:buClr>
                <a:prstClr val="white"/>
              </a:buClr>
            </a:pPr>
            <a:r>
              <a:rPr lang="en-GB"/>
              <a:t>Click to edit master text</a:t>
            </a:r>
          </a:p>
        </p:txBody>
      </p:sp>
      <p:sp>
        <p:nvSpPr>
          <p:cNvPr id="17" name="Tijdelijke aanduiding voor tekst 34">
            <a:extLst>
              <a:ext uri="{FF2B5EF4-FFF2-40B4-BE49-F238E27FC236}">
                <a16:creationId xmlns:a16="http://schemas.microsoft.com/office/drawing/2014/main" id="{86578573-B554-D6BA-DE27-176A5C20B0BA}"/>
              </a:ext>
            </a:extLst>
          </p:cNvPr>
          <p:cNvSpPr>
            <a:spLocks noGrp="1"/>
          </p:cNvSpPr>
          <p:nvPr>
            <p:ph type="body" sz="quarter" idx="45" hasCustomPrompt="1"/>
          </p:nvPr>
        </p:nvSpPr>
        <p:spPr>
          <a:xfrm>
            <a:off x="7698154" y="4523048"/>
            <a:ext cx="3598420" cy="536086"/>
          </a:xfrm>
          <a:noFill/>
        </p:spPr>
        <p:txBody>
          <a:bodyPr wrap="square" lIns="0" bIns="0" anchor="b">
            <a:noAutofit/>
          </a:bodyPr>
          <a:lstStyle>
            <a:lvl1pPr marL="0" indent="0">
              <a:spcBef>
                <a:spcPts val="0"/>
              </a:spcBef>
              <a:buNone/>
              <a:defRPr lang="nl-NL" sz="1800" b="1" i="0" cap="none"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title</a:t>
            </a:r>
          </a:p>
        </p:txBody>
      </p:sp>
      <p:sp>
        <p:nvSpPr>
          <p:cNvPr id="18" name="Tijdelijke aanduiding voor tekst 34">
            <a:extLst>
              <a:ext uri="{FF2B5EF4-FFF2-40B4-BE49-F238E27FC236}">
                <a16:creationId xmlns:a16="http://schemas.microsoft.com/office/drawing/2014/main" id="{F2A846B3-8BB7-E7BD-83AE-C174EF77A1FB}"/>
              </a:ext>
            </a:extLst>
          </p:cNvPr>
          <p:cNvSpPr>
            <a:spLocks noGrp="1"/>
          </p:cNvSpPr>
          <p:nvPr>
            <p:ph type="body" sz="quarter" idx="46" hasCustomPrompt="1"/>
          </p:nvPr>
        </p:nvSpPr>
        <p:spPr>
          <a:xfrm>
            <a:off x="7698154" y="5146633"/>
            <a:ext cx="3598420" cy="978157"/>
          </a:xfrm>
          <a:noFill/>
        </p:spPr>
        <p:txBody>
          <a:bodyPr wrap="square" lIns="0" tIns="0" bIns="0" anchor="t">
            <a:noAutofit/>
          </a:bodyPr>
          <a:lstStyle>
            <a:lvl1pPr marL="0" indent="0">
              <a:spcBef>
                <a:spcPts val="0"/>
              </a:spcBef>
              <a:buNone/>
              <a:defRPr lang="nl-NL" sz="1800" cap="none" baseline="0" dirty="0">
                <a:solidFill>
                  <a:schemeClr val="accent3"/>
                </a:solidFill>
              </a:defRPr>
            </a:lvl1pPr>
          </a:lstStyle>
          <a:p>
            <a:pPr marL="0" lvl="0" defTabSz="914377" fontAlgn="auto">
              <a:spcAft>
                <a:spcPts val="0"/>
              </a:spcAft>
              <a:buClr>
                <a:prstClr val="white"/>
              </a:buClr>
            </a:pPr>
            <a:r>
              <a:rPr lang="en-GB"/>
              <a:t>Click to edit master text</a:t>
            </a:r>
          </a:p>
        </p:txBody>
      </p:sp>
      <p:sp>
        <p:nvSpPr>
          <p:cNvPr id="19" name="Titel 24">
            <a:extLst>
              <a:ext uri="{FF2B5EF4-FFF2-40B4-BE49-F238E27FC236}">
                <a16:creationId xmlns:a16="http://schemas.microsoft.com/office/drawing/2014/main" id="{133EA248-802F-AEE3-DADB-A6EB9DCD55FF}"/>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20" name="Tekstvak 19">
            <a:extLst>
              <a:ext uri="{FF2B5EF4-FFF2-40B4-BE49-F238E27FC236}">
                <a16:creationId xmlns:a16="http://schemas.microsoft.com/office/drawing/2014/main" id="{0A5B6234-0BFB-48EC-9F15-6E26744CA869}"/>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21" name="Tekstvak 20">
            <a:extLst>
              <a:ext uri="{FF2B5EF4-FFF2-40B4-BE49-F238E27FC236}">
                <a16:creationId xmlns:a16="http://schemas.microsoft.com/office/drawing/2014/main" id="{BBA4F50E-7065-4974-6A9E-C0F6C696916A}"/>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22" name="Tijdelijke aanduiding voor dianummer 2">
            <a:extLst>
              <a:ext uri="{FF2B5EF4-FFF2-40B4-BE49-F238E27FC236}">
                <a16:creationId xmlns:a16="http://schemas.microsoft.com/office/drawing/2014/main" id="{54B556B6-8BA1-DE77-46FC-1478CF96AE3E}"/>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
        <p:nvSpPr>
          <p:cNvPr id="23" name="Tijdelijke aanduiding voor tekst 34">
            <a:extLst>
              <a:ext uri="{FF2B5EF4-FFF2-40B4-BE49-F238E27FC236}">
                <a16:creationId xmlns:a16="http://schemas.microsoft.com/office/drawing/2014/main" id="{86B219E1-A3CF-2784-9510-019B85BA15FF}"/>
              </a:ext>
            </a:extLst>
          </p:cNvPr>
          <p:cNvSpPr>
            <a:spLocks noGrp="1"/>
          </p:cNvSpPr>
          <p:nvPr>
            <p:ph type="body" sz="quarter" idx="32" hasCustomPrompt="1"/>
          </p:nvPr>
        </p:nvSpPr>
        <p:spPr>
          <a:xfrm>
            <a:off x="1245950" y="1642255"/>
            <a:ext cx="10055351" cy="536086"/>
          </a:xfrm>
          <a:noFill/>
        </p:spPr>
        <p:txBody>
          <a:bodyPr wrap="square" lIns="90000" anchor="ctr">
            <a:noAutofit/>
          </a:bodyPr>
          <a:lstStyle>
            <a:lvl1pPr marL="0" indent="0" algn="l">
              <a:buNone/>
              <a:defRPr lang="nl-NL" sz="1800" b="1" i="0" cap="all" baseline="0" dirty="0">
                <a:solidFill>
                  <a:schemeClr val="accent2"/>
                </a:solidFill>
                <a:latin typeface="Rubik" pitchFamily="2" charset="-79"/>
                <a:cs typeface="Rubik" pitchFamily="2" charset="-79"/>
              </a:defRPr>
            </a:lvl1pPr>
          </a:lstStyle>
          <a:p>
            <a:pPr marL="0" lvl="0" defTabSz="914377" fontAlgn="auto">
              <a:spcAft>
                <a:spcPts val="0"/>
              </a:spcAft>
              <a:buClr>
                <a:prstClr val="white"/>
              </a:buClr>
            </a:pPr>
            <a:r>
              <a:rPr lang="en-GB"/>
              <a:t>Click to edit Master Subtitle</a:t>
            </a:r>
          </a:p>
        </p:txBody>
      </p:sp>
    </p:spTree>
    <p:extLst>
      <p:ext uri="{BB962C8B-B14F-4D97-AF65-F5344CB8AC3E}">
        <p14:creationId xmlns:p14="http://schemas.microsoft.com/office/powerpoint/2010/main" val="131829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 items">
    <p:spTree>
      <p:nvGrpSpPr>
        <p:cNvPr id="1" name=""/>
        <p:cNvGrpSpPr/>
        <p:nvPr/>
      </p:nvGrpSpPr>
      <p:grpSpPr>
        <a:xfrm>
          <a:off x="0" y="0"/>
          <a:ext cx="0" cy="0"/>
          <a:chOff x="0" y="0"/>
          <a:chExt cx="0" cy="0"/>
        </a:xfrm>
      </p:grpSpPr>
      <p:cxnSp>
        <p:nvCxnSpPr>
          <p:cNvPr id="7" name="Rechte verbindingslijn 6">
            <a:extLst>
              <a:ext uri="{FF2B5EF4-FFF2-40B4-BE49-F238E27FC236}">
                <a16:creationId xmlns:a16="http://schemas.microsoft.com/office/drawing/2014/main" id="{3A1BCA66-4D5B-E783-CAD6-52C9538A0F92}"/>
              </a:ext>
            </a:extLst>
          </p:cNvPr>
          <p:cNvCxnSpPr/>
          <p:nvPr userDrawn="1"/>
        </p:nvCxnSpPr>
        <p:spPr>
          <a:xfrm>
            <a:off x="6096000" y="2147139"/>
            <a:ext cx="0" cy="36000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ijdelijke aanduiding voor tekst 34">
            <a:extLst>
              <a:ext uri="{FF2B5EF4-FFF2-40B4-BE49-F238E27FC236}">
                <a16:creationId xmlns:a16="http://schemas.microsoft.com/office/drawing/2014/main" id="{D18D424F-47AC-CD3A-96E0-658F08222105}"/>
              </a:ext>
            </a:extLst>
          </p:cNvPr>
          <p:cNvSpPr>
            <a:spLocks noGrp="1"/>
          </p:cNvSpPr>
          <p:nvPr>
            <p:ph type="body" sz="quarter" idx="18" hasCustomPrompt="1"/>
          </p:nvPr>
        </p:nvSpPr>
        <p:spPr>
          <a:xfrm>
            <a:off x="2062113" y="2240923"/>
            <a:ext cx="3750840" cy="502277"/>
          </a:xfrm>
          <a:noFill/>
        </p:spPr>
        <p:txBody>
          <a:bodyPr wrap="square" lIns="0" tIns="46800" bIns="0" anchor="b">
            <a:noAutofit/>
          </a:bodyPr>
          <a:lstStyle>
            <a:lvl1pPr marL="0" indent="0">
              <a:spcBef>
                <a:spcPts val="0"/>
              </a:spcBef>
              <a:buNone/>
              <a:defRPr lang="nl-NL" sz="1600" b="1" i="0" cap="none"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Title</a:t>
            </a:r>
          </a:p>
        </p:txBody>
      </p:sp>
      <p:sp>
        <p:nvSpPr>
          <p:cNvPr id="42" name="Tijdelijke aanduiding voor tekst 34">
            <a:extLst>
              <a:ext uri="{FF2B5EF4-FFF2-40B4-BE49-F238E27FC236}">
                <a16:creationId xmlns:a16="http://schemas.microsoft.com/office/drawing/2014/main" id="{C023E73F-3722-EE91-AA0A-152712B7EC06}"/>
              </a:ext>
            </a:extLst>
          </p:cNvPr>
          <p:cNvSpPr>
            <a:spLocks noGrp="1"/>
          </p:cNvSpPr>
          <p:nvPr>
            <p:ph type="body" sz="quarter" idx="19" hasCustomPrompt="1"/>
          </p:nvPr>
        </p:nvSpPr>
        <p:spPr>
          <a:xfrm>
            <a:off x="2062113" y="2822472"/>
            <a:ext cx="3750840" cy="529940"/>
          </a:xfrm>
          <a:noFill/>
        </p:spPr>
        <p:txBody>
          <a:bodyPr wrap="square" lIns="0" tIns="0" anchor="t">
            <a:noAutofit/>
          </a:bodyPr>
          <a:lstStyle>
            <a:lvl1pPr marL="0" indent="0" defTabSz="914377" fontAlgn="auto">
              <a:spcBef>
                <a:spcPts val="0"/>
              </a:spcBef>
              <a:spcAft>
                <a:spcPts val="0"/>
              </a:spcAft>
              <a:buClr>
                <a:prstClr val="white"/>
              </a:buClr>
              <a:buNone/>
              <a:defRPr lang="nl-NL" sz="1600" cap="none" baseline="0" dirty="0">
                <a:solidFill>
                  <a:schemeClr val="accent3"/>
                </a:solidFill>
              </a:defRPr>
            </a:lvl1pPr>
          </a:lstStyle>
          <a:p>
            <a:pPr marL="0" lvl="0" defTabSz="914377" fontAlgn="auto">
              <a:spcAft>
                <a:spcPts val="0"/>
              </a:spcAft>
              <a:buClr>
                <a:prstClr val="white"/>
              </a:buClr>
            </a:pPr>
            <a:r>
              <a:rPr lang="en-GB"/>
              <a:t>Click to edit master text</a:t>
            </a:r>
          </a:p>
        </p:txBody>
      </p:sp>
      <p:pic>
        <p:nvPicPr>
          <p:cNvPr id="11" name="Graphic 10">
            <a:extLst>
              <a:ext uri="{FF2B5EF4-FFF2-40B4-BE49-F238E27FC236}">
                <a16:creationId xmlns:a16="http://schemas.microsoft.com/office/drawing/2014/main" id="{8625628F-526B-7182-FCAF-87D92ACAD1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16" name="Tijdelijke aanduiding voor afbeelding 6">
            <a:extLst>
              <a:ext uri="{FF2B5EF4-FFF2-40B4-BE49-F238E27FC236}">
                <a16:creationId xmlns:a16="http://schemas.microsoft.com/office/drawing/2014/main" id="{9A61D525-167F-85C4-6134-99A8C6EDD5AD}"/>
              </a:ext>
            </a:extLst>
          </p:cNvPr>
          <p:cNvSpPr>
            <a:spLocks noGrp="1"/>
          </p:cNvSpPr>
          <p:nvPr>
            <p:ph type="pic" sz="quarter" idx="36" hasCustomPrompt="1"/>
          </p:nvPr>
        </p:nvSpPr>
        <p:spPr>
          <a:xfrm>
            <a:off x="913702" y="2320084"/>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7" name="Tijdelijke aanduiding voor afbeelding 6">
            <a:extLst>
              <a:ext uri="{FF2B5EF4-FFF2-40B4-BE49-F238E27FC236}">
                <a16:creationId xmlns:a16="http://schemas.microsoft.com/office/drawing/2014/main" id="{6CDE0FF7-9324-5222-7CC7-D55D8C812C58}"/>
              </a:ext>
            </a:extLst>
          </p:cNvPr>
          <p:cNvSpPr>
            <a:spLocks noGrp="1"/>
          </p:cNvSpPr>
          <p:nvPr>
            <p:ph type="pic" sz="quarter" idx="40" hasCustomPrompt="1"/>
          </p:nvPr>
        </p:nvSpPr>
        <p:spPr>
          <a:xfrm>
            <a:off x="913703" y="3495146"/>
            <a:ext cx="943264"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18" name="Tijdelijke aanduiding voor afbeelding 6">
            <a:extLst>
              <a:ext uri="{FF2B5EF4-FFF2-40B4-BE49-F238E27FC236}">
                <a16:creationId xmlns:a16="http://schemas.microsoft.com/office/drawing/2014/main" id="{23273240-BE99-359C-6339-848699685481}"/>
              </a:ext>
            </a:extLst>
          </p:cNvPr>
          <p:cNvSpPr>
            <a:spLocks noGrp="1"/>
          </p:cNvSpPr>
          <p:nvPr>
            <p:ph type="pic" sz="quarter" idx="41" hasCustomPrompt="1"/>
          </p:nvPr>
        </p:nvSpPr>
        <p:spPr>
          <a:xfrm>
            <a:off x="913702" y="4636171"/>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0" name="Tijdelijke aanduiding voor afbeelding 6">
            <a:extLst>
              <a:ext uri="{FF2B5EF4-FFF2-40B4-BE49-F238E27FC236}">
                <a16:creationId xmlns:a16="http://schemas.microsoft.com/office/drawing/2014/main" id="{25EA3DF4-D8C8-B544-1FCE-7796AE07B565}"/>
              </a:ext>
            </a:extLst>
          </p:cNvPr>
          <p:cNvSpPr>
            <a:spLocks noGrp="1"/>
          </p:cNvSpPr>
          <p:nvPr>
            <p:ph type="pic" sz="quarter" idx="42" hasCustomPrompt="1"/>
          </p:nvPr>
        </p:nvSpPr>
        <p:spPr>
          <a:xfrm>
            <a:off x="6379040" y="2320084"/>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1" name="Tijdelijke aanduiding voor afbeelding 6">
            <a:extLst>
              <a:ext uri="{FF2B5EF4-FFF2-40B4-BE49-F238E27FC236}">
                <a16:creationId xmlns:a16="http://schemas.microsoft.com/office/drawing/2014/main" id="{63556F3A-B97D-5E29-57EE-50AE4B52F2F4}"/>
              </a:ext>
            </a:extLst>
          </p:cNvPr>
          <p:cNvSpPr>
            <a:spLocks noGrp="1"/>
          </p:cNvSpPr>
          <p:nvPr>
            <p:ph type="pic" sz="quarter" idx="43" hasCustomPrompt="1"/>
          </p:nvPr>
        </p:nvSpPr>
        <p:spPr>
          <a:xfrm>
            <a:off x="6379041" y="3495146"/>
            <a:ext cx="943264"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2" name="Tijdelijke aanduiding voor afbeelding 6">
            <a:extLst>
              <a:ext uri="{FF2B5EF4-FFF2-40B4-BE49-F238E27FC236}">
                <a16:creationId xmlns:a16="http://schemas.microsoft.com/office/drawing/2014/main" id="{FF074566-2333-55B6-FD75-0B89C88A6136}"/>
              </a:ext>
            </a:extLst>
          </p:cNvPr>
          <p:cNvSpPr>
            <a:spLocks noGrp="1"/>
          </p:cNvSpPr>
          <p:nvPr>
            <p:ph type="pic" sz="quarter" idx="44" hasCustomPrompt="1"/>
          </p:nvPr>
        </p:nvSpPr>
        <p:spPr>
          <a:xfrm>
            <a:off x="6379040" y="4636171"/>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5" name="Tijdelijke aanduiding voor tekst 34">
            <a:extLst>
              <a:ext uri="{FF2B5EF4-FFF2-40B4-BE49-F238E27FC236}">
                <a16:creationId xmlns:a16="http://schemas.microsoft.com/office/drawing/2014/main" id="{8A6B832C-39D4-8B20-5ABA-5148172A527C}"/>
              </a:ext>
            </a:extLst>
          </p:cNvPr>
          <p:cNvSpPr>
            <a:spLocks noGrp="1"/>
          </p:cNvSpPr>
          <p:nvPr>
            <p:ph type="body" sz="quarter" idx="45" hasCustomPrompt="1"/>
          </p:nvPr>
        </p:nvSpPr>
        <p:spPr>
          <a:xfrm>
            <a:off x="2062113" y="3430345"/>
            <a:ext cx="3750840" cy="502277"/>
          </a:xfrm>
          <a:noFill/>
        </p:spPr>
        <p:txBody>
          <a:bodyPr wrap="square" lIns="0" tIns="46800" bIns="0" anchor="b">
            <a:noAutofit/>
          </a:bodyPr>
          <a:lstStyle>
            <a:lvl1pPr marL="0" indent="0">
              <a:spcBef>
                <a:spcPts val="0"/>
              </a:spcBef>
              <a:buNone/>
              <a:defRPr lang="nl-NL" sz="1600" b="1" i="0" cap="none"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Title</a:t>
            </a:r>
          </a:p>
        </p:txBody>
      </p:sp>
      <p:sp>
        <p:nvSpPr>
          <p:cNvPr id="6" name="Tijdelijke aanduiding voor tekst 34">
            <a:extLst>
              <a:ext uri="{FF2B5EF4-FFF2-40B4-BE49-F238E27FC236}">
                <a16:creationId xmlns:a16="http://schemas.microsoft.com/office/drawing/2014/main" id="{79DB8D94-BCD3-9E7E-A593-F1547E6A0814}"/>
              </a:ext>
            </a:extLst>
          </p:cNvPr>
          <p:cNvSpPr>
            <a:spLocks noGrp="1"/>
          </p:cNvSpPr>
          <p:nvPr>
            <p:ph type="body" sz="quarter" idx="46" hasCustomPrompt="1"/>
          </p:nvPr>
        </p:nvSpPr>
        <p:spPr>
          <a:xfrm>
            <a:off x="2062113" y="4011894"/>
            <a:ext cx="3750840" cy="529940"/>
          </a:xfrm>
          <a:noFill/>
        </p:spPr>
        <p:txBody>
          <a:bodyPr wrap="square" lIns="0" tIns="0" anchor="t">
            <a:noAutofit/>
          </a:bodyPr>
          <a:lstStyle>
            <a:lvl1pPr marL="0" indent="0" defTabSz="914377" fontAlgn="auto">
              <a:spcBef>
                <a:spcPts val="0"/>
              </a:spcBef>
              <a:spcAft>
                <a:spcPts val="0"/>
              </a:spcAft>
              <a:buClr>
                <a:prstClr val="white"/>
              </a:buClr>
              <a:buNone/>
              <a:defRPr lang="nl-NL" sz="1600" cap="none" baseline="0" dirty="0">
                <a:solidFill>
                  <a:schemeClr val="accent3"/>
                </a:solidFill>
              </a:defRPr>
            </a:lvl1pPr>
          </a:lstStyle>
          <a:p>
            <a:pPr marL="0" lvl="0" defTabSz="914377" fontAlgn="auto">
              <a:spcAft>
                <a:spcPts val="0"/>
              </a:spcAft>
              <a:buClr>
                <a:prstClr val="white"/>
              </a:buClr>
            </a:pPr>
            <a:r>
              <a:rPr lang="en-GB"/>
              <a:t>Click to edit master text</a:t>
            </a:r>
          </a:p>
        </p:txBody>
      </p:sp>
      <p:sp>
        <p:nvSpPr>
          <p:cNvPr id="8" name="Tijdelijke aanduiding voor tekst 34">
            <a:extLst>
              <a:ext uri="{FF2B5EF4-FFF2-40B4-BE49-F238E27FC236}">
                <a16:creationId xmlns:a16="http://schemas.microsoft.com/office/drawing/2014/main" id="{95DFD1FC-5C2C-6630-CED8-924A854F0816}"/>
              </a:ext>
            </a:extLst>
          </p:cNvPr>
          <p:cNvSpPr>
            <a:spLocks noGrp="1"/>
          </p:cNvSpPr>
          <p:nvPr>
            <p:ph type="body" sz="quarter" idx="47" hasCustomPrompt="1"/>
          </p:nvPr>
        </p:nvSpPr>
        <p:spPr>
          <a:xfrm>
            <a:off x="2062113" y="4614399"/>
            <a:ext cx="3750840" cy="502277"/>
          </a:xfrm>
          <a:noFill/>
        </p:spPr>
        <p:txBody>
          <a:bodyPr wrap="square" lIns="0" tIns="46800" bIns="0" anchor="b">
            <a:noAutofit/>
          </a:bodyPr>
          <a:lstStyle>
            <a:lvl1pPr marL="0" indent="0">
              <a:spcBef>
                <a:spcPts val="0"/>
              </a:spcBef>
              <a:buNone/>
              <a:defRPr lang="nl-NL" sz="1600" b="1" i="0" cap="none"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Title</a:t>
            </a:r>
          </a:p>
        </p:txBody>
      </p:sp>
      <p:sp>
        <p:nvSpPr>
          <p:cNvPr id="9" name="Tijdelijke aanduiding voor tekst 34">
            <a:extLst>
              <a:ext uri="{FF2B5EF4-FFF2-40B4-BE49-F238E27FC236}">
                <a16:creationId xmlns:a16="http://schemas.microsoft.com/office/drawing/2014/main" id="{939D91F5-2936-A959-15F7-C60D74D20346}"/>
              </a:ext>
            </a:extLst>
          </p:cNvPr>
          <p:cNvSpPr>
            <a:spLocks noGrp="1"/>
          </p:cNvSpPr>
          <p:nvPr>
            <p:ph type="body" sz="quarter" idx="48" hasCustomPrompt="1"/>
          </p:nvPr>
        </p:nvSpPr>
        <p:spPr>
          <a:xfrm>
            <a:off x="2062113" y="5195948"/>
            <a:ext cx="3750840" cy="529940"/>
          </a:xfrm>
          <a:noFill/>
        </p:spPr>
        <p:txBody>
          <a:bodyPr wrap="square" lIns="0" tIns="0" anchor="t">
            <a:noAutofit/>
          </a:bodyPr>
          <a:lstStyle>
            <a:lvl1pPr marL="0" indent="0" defTabSz="914377" fontAlgn="auto">
              <a:spcBef>
                <a:spcPts val="0"/>
              </a:spcBef>
              <a:spcAft>
                <a:spcPts val="0"/>
              </a:spcAft>
              <a:buClr>
                <a:prstClr val="white"/>
              </a:buClr>
              <a:buNone/>
              <a:defRPr lang="nl-NL" sz="1600" cap="none" baseline="0" dirty="0">
                <a:solidFill>
                  <a:schemeClr val="accent3"/>
                </a:solidFill>
              </a:defRPr>
            </a:lvl1pPr>
          </a:lstStyle>
          <a:p>
            <a:pPr marL="0" lvl="0" defTabSz="914377" fontAlgn="auto">
              <a:spcAft>
                <a:spcPts val="0"/>
              </a:spcAft>
              <a:buClr>
                <a:prstClr val="white"/>
              </a:buClr>
            </a:pPr>
            <a:r>
              <a:rPr lang="en-GB"/>
              <a:t>Click to edit master text</a:t>
            </a:r>
          </a:p>
        </p:txBody>
      </p:sp>
      <p:sp>
        <p:nvSpPr>
          <p:cNvPr id="14" name="Tijdelijke aanduiding voor tekst 34">
            <a:extLst>
              <a:ext uri="{FF2B5EF4-FFF2-40B4-BE49-F238E27FC236}">
                <a16:creationId xmlns:a16="http://schemas.microsoft.com/office/drawing/2014/main" id="{063B8560-5315-0743-D4C7-42B32267CABF}"/>
              </a:ext>
            </a:extLst>
          </p:cNvPr>
          <p:cNvSpPr>
            <a:spLocks noGrp="1"/>
          </p:cNvSpPr>
          <p:nvPr>
            <p:ph type="body" sz="quarter" idx="49" hasCustomPrompt="1"/>
          </p:nvPr>
        </p:nvSpPr>
        <p:spPr>
          <a:xfrm>
            <a:off x="7527457" y="2220405"/>
            <a:ext cx="3750840" cy="502277"/>
          </a:xfrm>
          <a:noFill/>
        </p:spPr>
        <p:txBody>
          <a:bodyPr wrap="square" lIns="0" tIns="46800" bIns="0" anchor="b">
            <a:noAutofit/>
          </a:bodyPr>
          <a:lstStyle>
            <a:lvl1pPr marL="0" indent="0">
              <a:spcBef>
                <a:spcPts val="0"/>
              </a:spcBef>
              <a:buNone/>
              <a:defRPr lang="nl-NL" sz="1600" b="1" i="0" cap="none"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Title</a:t>
            </a:r>
          </a:p>
        </p:txBody>
      </p:sp>
      <p:sp>
        <p:nvSpPr>
          <p:cNvPr id="15" name="Tijdelijke aanduiding voor tekst 34">
            <a:extLst>
              <a:ext uri="{FF2B5EF4-FFF2-40B4-BE49-F238E27FC236}">
                <a16:creationId xmlns:a16="http://schemas.microsoft.com/office/drawing/2014/main" id="{70B7B4E0-BCEE-55BF-E62D-C00B41F1AB19}"/>
              </a:ext>
            </a:extLst>
          </p:cNvPr>
          <p:cNvSpPr>
            <a:spLocks noGrp="1"/>
          </p:cNvSpPr>
          <p:nvPr>
            <p:ph type="body" sz="quarter" idx="50" hasCustomPrompt="1"/>
          </p:nvPr>
        </p:nvSpPr>
        <p:spPr>
          <a:xfrm>
            <a:off x="7527457" y="2801954"/>
            <a:ext cx="3750840" cy="529940"/>
          </a:xfrm>
          <a:noFill/>
        </p:spPr>
        <p:txBody>
          <a:bodyPr wrap="square" lIns="0" tIns="0" anchor="t">
            <a:noAutofit/>
          </a:bodyPr>
          <a:lstStyle>
            <a:lvl1pPr marL="0" indent="0" defTabSz="914377" fontAlgn="auto">
              <a:spcBef>
                <a:spcPts val="0"/>
              </a:spcBef>
              <a:spcAft>
                <a:spcPts val="0"/>
              </a:spcAft>
              <a:buClr>
                <a:prstClr val="white"/>
              </a:buClr>
              <a:buNone/>
              <a:defRPr lang="nl-NL" sz="1600" cap="none" baseline="0" dirty="0">
                <a:solidFill>
                  <a:schemeClr val="accent3"/>
                </a:solidFill>
              </a:defRPr>
            </a:lvl1pPr>
          </a:lstStyle>
          <a:p>
            <a:pPr marL="0" lvl="0" defTabSz="914377" fontAlgn="auto">
              <a:spcAft>
                <a:spcPts val="0"/>
              </a:spcAft>
              <a:buClr>
                <a:prstClr val="white"/>
              </a:buClr>
            </a:pPr>
            <a:r>
              <a:rPr lang="en-GB"/>
              <a:t>Click to edit master text</a:t>
            </a:r>
          </a:p>
        </p:txBody>
      </p:sp>
      <p:sp>
        <p:nvSpPr>
          <p:cNvPr id="19" name="Tijdelijke aanduiding voor tekst 34">
            <a:extLst>
              <a:ext uri="{FF2B5EF4-FFF2-40B4-BE49-F238E27FC236}">
                <a16:creationId xmlns:a16="http://schemas.microsoft.com/office/drawing/2014/main" id="{3D659B27-7D59-A183-4F44-17DCC4BC1A00}"/>
              </a:ext>
            </a:extLst>
          </p:cNvPr>
          <p:cNvSpPr>
            <a:spLocks noGrp="1"/>
          </p:cNvSpPr>
          <p:nvPr>
            <p:ph type="body" sz="quarter" idx="51" hasCustomPrompt="1"/>
          </p:nvPr>
        </p:nvSpPr>
        <p:spPr>
          <a:xfrm>
            <a:off x="7527457" y="3409827"/>
            <a:ext cx="3750840" cy="502277"/>
          </a:xfrm>
          <a:noFill/>
        </p:spPr>
        <p:txBody>
          <a:bodyPr wrap="square" lIns="0" tIns="46800" bIns="0" anchor="b">
            <a:noAutofit/>
          </a:bodyPr>
          <a:lstStyle>
            <a:lvl1pPr marL="0" indent="0">
              <a:spcBef>
                <a:spcPts val="0"/>
              </a:spcBef>
              <a:buNone/>
              <a:defRPr lang="nl-NL" sz="1600" b="1" i="0" cap="none"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Title</a:t>
            </a:r>
          </a:p>
        </p:txBody>
      </p:sp>
      <p:sp>
        <p:nvSpPr>
          <p:cNvPr id="23" name="Tijdelijke aanduiding voor tekst 34">
            <a:extLst>
              <a:ext uri="{FF2B5EF4-FFF2-40B4-BE49-F238E27FC236}">
                <a16:creationId xmlns:a16="http://schemas.microsoft.com/office/drawing/2014/main" id="{5DB96FF5-8C27-917F-9103-9A1FD6C91BC1}"/>
              </a:ext>
            </a:extLst>
          </p:cNvPr>
          <p:cNvSpPr>
            <a:spLocks noGrp="1"/>
          </p:cNvSpPr>
          <p:nvPr>
            <p:ph type="body" sz="quarter" idx="52" hasCustomPrompt="1"/>
          </p:nvPr>
        </p:nvSpPr>
        <p:spPr>
          <a:xfrm>
            <a:off x="7527457" y="3991376"/>
            <a:ext cx="3750840" cy="529940"/>
          </a:xfrm>
          <a:noFill/>
        </p:spPr>
        <p:txBody>
          <a:bodyPr wrap="square" lIns="0" tIns="0" anchor="t">
            <a:noAutofit/>
          </a:bodyPr>
          <a:lstStyle>
            <a:lvl1pPr marL="0" indent="0" defTabSz="914377" fontAlgn="auto">
              <a:spcBef>
                <a:spcPts val="0"/>
              </a:spcBef>
              <a:spcAft>
                <a:spcPts val="0"/>
              </a:spcAft>
              <a:buClr>
                <a:prstClr val="white"/>
              </a:buClr>
              <a:buNone/>
              <a:defRPr lang="nl-NL" sz="1600" cap="none" baseline="0" dirty="0">
                <a:solidFill>
                  <a:schemeClr val="accent3"/>
                </a:solidFill>
              </a:defRPr>
            </a:lvl1pPr>
          </a:lstStyle>
          <a:p>
            <a:pPr marL="0" lvl="0" defTabSz="914377" fontAlgn="auto">
              <a:spcAft>
                <a:spcPts val="0"/>
              </a:spcAft>
              <a:buClr>
                <a:prstClr val="white"/>
              </a:buClr>
            </a:pPr>
            <a:r>
              <a:rPr lang="en-GB"/>
              <a:t>Click to edit master text</a:t>
            </a:r>
          </a:p>
        </p:txBody>
      </p:sp>
      <p:sp>
        <p:nvSpPr>
          <p:cNvPr id="24" name="Tijdelijke aanduiding voor tekst 34">
            <a:extLst>
              <a:ext uri="{FF2B5EF4-FFF2-40B4-BE49-F238E27FC236}">
                <a16:creationId xmlns:a16="http://schemas.microsoft.com/office/drawing/2014/main" id="{B54E0311-7719-B64E-88E3-1489DC255E21}"/>
              </a:ext>
            </a:extLst>
          </p:cNvPr>
          <p:cNvSpPr>
            <a:spLocks noGrp="1"/>
          </p:cNvSpPr>
          <p:nvPr>
            <p:ph type="body" sz="quarter" idx="53" hasCustomPrompt="1"/>
          </p:nvPr>
        </p:nvSpPr>
        <p:spPr>
          <a:xfrm>
            <a:off x="7527457" y="4593881"/>
            <a:ext cx="3750840" cy="502277"/>
          </a:xfrm>
          <a:noFill/>
        </p:spPr>
        <p:txBody>
          <a:bodyPr wrap="square" lIns="0" tIns="46800" bIns="0" anchor="b">
            <a:noAutofit/>
          </a:bodyPr>
          <a:lstStyle>
            <a:lvl1pPr marL="0" indent="0">
              <a:spcBef>
                <a:spcPts val="0"/>
              </a:spcBef>
              <a:buNone/>
              <a:defRPr lang="nl-NL" sz="1600" b="1" i="0" cap="none" baseline="0" dirty="0">
                <a:solidFill>
                  <a:schemeClr val="accent1"/>
                </a:solidFill>
                <a:latin typeface="Rubik" pitchFamily="2" charset="-79"/>
                <a:cs typeface="Rubik" pitchFamily="2" charset="-79"/>
              </a:defRPr>
            </a:lvl1pPr>
          </a:lstStyle>
          <a:p>
            <a:pPr marL="0" lvl="0" defTabSz="914377" fontAlgn="auto">
              <a:spcAft>
                <a:spcPts val="0"/>
              </a:spcAft>
              <a:buClr>
                <a:prstClr val="white"/>
              </a:buClr>
            </a:pPr>
            <a:r>
              <a:rPr lang="en-GB"/>
              <a:t>Click to edit Master Title</a:t>
            </a:r>
          </a:p>
        </p:txBody>
      </p:sp>
      <p:sp>
        <p:nvSpPr>
          <p:cNvPr id="25" name="Tijdelijke aanduiding voor tekst 34">
            <a:extLst>
              <a:ext uri="{FF2B5EF4-FFF2-40B4-BE49-F238E27FC236}">
                <a16:creationId xmlns:a16="http://schemas.microsoft.com/office/drawing/2014/main" id="{EC023C3A-DC73-2A0C-FA60-5955C3AC439B}"/>
              </a:ext>
            </a:extLst>
          </p:cNvPr>
          <p:cNvSpPr>
            <a:spLocks noGrp="1"/>
          </p:cNvSpPr>
          <p:nvPr>
            <p:ph type="body" sz="quarter" idx="54" hasCustomPrompt="1"/>
          </p:nvPr>
        </p:nvSpPr>
        <p:spPr>
          <a:xfrm>
            <a:off x="7527457" y="5175430"/>
            <a:ext cx="3750840" cy="529940"/>
          </a:xfrm>
          <a:noFill/>
        </p:spPr>
        <p:txBody>
          <a:bodyPr wrap="square" lIns="0" tIns="0" anchor="t">
            <a:noAutofit/>
          </a:bodyPr>
          <a:lstStyle>
            <a:lvl1pPr marL="0" indent="0" defTabSz="914377" fontAlgn="auto">
              <a:spcBef>
                <a:spcPts val="0"/>
              </a:spcBef>
              <a:spcAft>
                <a:spcPts val="0"/>
              </a:spcAft>
              <a:buClr>
                <a:prstClr val="white"/>
              </a:buClr>
              <a:buNone/>
              <a:defRPr lang="nl-NL" sz="1600" cap="none" baseline="0" dirty="0">
                <a:solidFill>
                  <a:schemeClr val="accent3"/>
                </a:solidFill>
              </a:defRPr>
            </a:lvl1pPr>
          </a:lstStyle>
          <a:p>
            <a:pPr marL="0" lvl="0" defTabSz="914377" fontAlgn="auto">
              <a:spcAft>
                <a:spcPts val="0"/>
              </a:spcAft>
              <a:buClr>
                <a:prstClr val="white"/>
              </a:buClr>
            </a:pPr>
            <a:r>
              <a:rPr lang="en-GB"/>
              <a:t>Click to edit master text</a:t>
            </a:r>
          </a:p>
        </p:txBody>
      </p:sp>
      <p:sp>
        <p:nvSpPr>
          <p:cNvPr id="26" name="Titel 24">
            <a:extLst>
              <a:ext uri="{FF2B5EF4-FFF2-40B4-BE49-F238E27FC236}">
                <a16:creationId xmlns:a16="http://schemas.microsoft.com/office/drawing/2014/main" id="{736833EE-6F8B-7214-2CEC-EFD6EAD65892}"/>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27" name="Tekstvak 26">
            <a:extLst>
              <a:ext uri="{FF2B5EF4-FFF2-40B4-BE49-F238E27FC236}">
                <a16:creationId xmlns:a16="http://schemas.microsoft.com/office/drawing/2014/main" id="{9286C7D5-3682-58C8-3ADD-785479093317}"/>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28" name="Tekstvak 27">
            <a:extLst>
              <a:ext uri="{FF2B5EF4-FFF2-40B4-BE49-F238E27FC236}">
                <a16:creationId xmlns:a16="http://schemas.microsoft.com/office/drawing/2014/main" id="{F798DF34-57FB-B357-C1C9-57AB511C7788}"/>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29" name="Tijdelijke aanduiding voor dianummer 2">
            <a:extLst>
              <a:ext uri="{FF2B5EF4-FFF2-40B4-BE49-F238E27FC236}">
                <a16:creationId xmlns:a16="http://schemas.microsoft.com/office/drawing/2014/main" id="{322C3A47-A444-617D-4FAD-A844B66DF715}"/>
              </a:ext>
            </a:extLst>
          </p:cNvPr>
          <p:cNvSpPr>
            <a:spLocks noGrp="1"/>
          </p:cNvSpPr>
          <p:nvPr>
            <p:ph type="sldNum" sz="quarter" idx="27"/>
          </p:nvPr>
        </p:nvSpPr>
        <p:spPr>
          <a:xfrm>
            <a:off x="11020070" y="6401635"/>
            <a:ext cx="982162" cy="365125"/>
          </a:xfrm>
        </p:spPr>
        <p:txBody>
          <a:bodyPr/>
          <a:lstStyle>
            <a:lvl1pPr>
              <a:defRPr>
                <a:solidFill>
                  <a:schemeClr val="accent2"/>
                </a:solidFill>
              </a:defRPr>
            </a:lvl1pPr>
          </a:lstStyle>
          <a:p>
            <a:fld id="{AEF0F8F7-32FC-4374-ABF8-A7E9888C7A79}" type="slidenum">
              <a:rPr lang="nl-NL" smtClean="0"/>
              <a:pPr/>
              <a:t>‹#›</a:t>
            </a:fld>
            <a:endParaRPr lang="nl-NL">
              <a:solidFill>
                <a:schemeClr val="accent2"/>
              </a:solidFill>
            </a:endParaRPr>
          </a:p>
        </p:txBody>
      </p:sp>
    </p:spTree>
    <p:extLst>
      <p:ext uri="{BB962C8B-B14F-4D97-AF65-F5344CB8AC3E}">
        <p14:creationId xmlns:p14="http://schemas.microsoft.com/office/powerpoint/2010/main" val="9417956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8 items">
    <p:spTree>
      <p:nvGrpSpPr>
        <p:cNvPr id="1" name=""/>
        <p:cNvGrpSpPr/>
        <p:nvPr/>
      </p:nvGrpSpPr>
      <p:grpSpPr>
        <a:xfrm>
          <a:off x="0" y="0"/>
          <a:ext cx="0" cy="0"/>
          <a:chOff x="0" y="0"/>
          <a:chExt cx="0" cy="0"/>
        </a:xfrm>
      </p:grpSpPr>
      <p:cxnSp>
        <p:nvCxnSpPr>
          <p:cNvPr id="7" name="Rechte verbindingslijn 6">
            <a:extLst>
              <a:ext uri="{FF2B5EF4-FFF2-40B4-BE49-F238E27FC236}">
                <a16:creationId xmlns:a16="http://schemas.microsoft.com/office/drawing/2014/main" id="{3A1BCA66-4D5B-E783-CAD6-52C9538A0F92}"/>
              </a:ext>
            </a:extLst>
          </p:cNvPr>
          <p:cNvCxnSpPr>
            <a:cxnSpLocks/>
          </p:cNvCxnSpPr>
          <p:nvPr userDrawn="1"/>
        </p:nvCxnSpPr>
        <p:spPr>
          <a:xfrm>
            <a:off x="6096000" y="1622995"/>
            <a:ext cx="0" cy="4771018"/>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ijdelijke aanduiding voor tekst 34">
            <a:extLst>
              <a:ext uri="{FF2B5EF4-FFF2-40B4-BE49-F238E27FC236}">
                <a16:creationId xmlns:a16="http://schemas.microsoft.com/office/drawing/2014/main" id="{D18D424F-47AC-CD3A-96E0-658F08222105}"/>
              </a:ext>
            </a:extLst>
          </p:cNvPr>
          <p:cNvSpPr>
            <a:spLocks noGrp="1"/>
          </p:cNvSpPr>
          <p:nvPr>
            <p:ph type="body" sz="quarter" idx="18" hasCustomPrompt="1"/>
          </p:nvPr>
        </p:nvSpPr>
        <p:spPr>
          <a:xfrm>
            <a:off x="2049026" y="1828442"/>
            <a:ext cx="3748702" cy="889727"/>
          </a:xfrm>
          <a:noFill/>
          <a:ln>
            <a:noFill/>
          </a:ln>
        </p:spPr>
        <p:txBody>
          <a:bodyPr wrap="square" lIns="0" anchor="ctr">
            <a:noAutofit/>
          </a:bodyPr>
          <a:lstStyle>
            <a:lvl1pPr marL="0" indent="0" algn="l" defTabSz="914377" fontAlgn="auto">
              <a:spcBef>
                <a:spcPts val="0"/>
              </a:spcBef>
              <a:spcAft>
                <a:spcPts val="0"/>
              </a:spcAft>
              <a:buClr>
                <a:prstClr val="white"/>
              </a:buClr>
              <a:buNone/>
              <a:defRPr lang="nl-NL" sz="1800" b="0" i="0" cap="none" baseline="0" dirty="0">
                <a:solidFill>
                  <a:schemeClr val="accent3"/>
                </a:solidFill>
                <a:latin typeface="Rubik" pitchFamily="2" charset="-79"/>
                <a:cs typeface="Rubik" pitchFamily="2" charset="-79"/>
              </a:defRPr>
            </a:lvl1pPr>
          </a:lstStyle>
          <a:p>
            <a:pPr marL="0" lvl="0" defTabSz="914377" fontAlgn="auto">
              <a:spcAft>
                <a:spcPts val="0"/>
              </a:spcAft>
              <a:buClr>
                <a:prstClr val="white"/>
              </a:buClr>
            </a:pPr>
            <a:r>
              <a:rPr lang="en-GB"/>
              <a:t>Click to edit master text</a:t>
            </a:r>
          </a:p>
        </p:txBody>
      </p:sp>
      <p:sp>
        <p:nvSpPr>
          <p:cNvPr id="42" name="Tijdelijke aanduiding voor tekst 34">
            <a:extLst>
              <a:ext uri="{FF2B5EF4-FFF2-40B4-BE49-F238E27FC236}">
                <a16:creationId xmlns:a16="http://schemas.microsoft.com/office/drawing/2014/main" id="{C023E73F-3722-EE91-AA0A-152712B7EC06}"/>
              </a:ext>
            </a:extLst>
          </p:cNvPr>
          <p:cNvSpPr>
            <a:spLocks noGrp="1"/>
          </p:cNvSpPr>
          <p:nvPr>
            <p:ph type="body" sz="quarter" idx="19" hasCustomPrompt="1"/>
          </p:nvPr>
        </p:nvSpPr>
        <p:spPr>
          <a:xfrm>
            <a:off x="2049026" y="2998486"/>
            <a:ext cx="3748702" cy="889727"/>
          </a:xfrm>
          <a:noFill/>
          <a:ln>
            <a:noFill/>
          </a:ln>
        </p:spPr>
        <p:txBody>
          <a:bodyPr wrap="square" lIns="0" anchor="ctr">
            <a:noAutofit/>
          </a:bodyPr>
          <a:lstStyle>
            <a:lvl1pPr marL="0" indent="0" algn="l" defTabSz="914377" fontAlgn="auto">
              <a:spcBef>
                <a:spcPts val="0"/>
              </a:spcBef>
              <a:spcAft>
                <a:spcPts val="0"/>
              </a:spcAft>
              <a:buClr>
                <a:prstClr val="white"/>
              </a:buClr>
              <a:buNone/>
              <a:defRPr lang="nl-NL" sz="1800" b="0" i="0" cap="none" baseline="0" dirty="0">
                <a:solidFill>
                  <a:schemeClr val="accent3"/>
                </a:solidFill>
                <a:latin typeface="Rubik" pitchFamily="2" charset="-79"/>
                <a:cs typeface="Rubik" pitchFamily="2" charset="-79"/>
              </a:defRPr>
            </a:lvl1pPr>
          </a:lstStyle>
          <a:p>
            <a:pPr marL="0" lvl="0" defTabSz="914377" fontAlgn="auto">
              <a:spcAft>
                <a:spcPts val="0"/>
              </a:spcAft>
              <a:buClr>
                <a:prstClr val="white"/>
              </a:buClr>
            </a:pPr>
            <a:r>
              <a:rPr lang="en-GB"/>
              <a:t>Click to edit master text</a:t>
            </a:r>
          </a:p>
        </p:txBody>
      </p:sp>
      <p:sp>
        <p:nvSpPr>
          <p:cNvPr id="43" name="Tijdelijke aanduiding voor tekst 34">
            <a:extLst>
              <a:ext uri="{FF2B5EF4-FFF2-40B4-BE49-F238E27FC236}">
                <a16:creationId xmlns:a16="http://schemas.microsoft.com/office/drawing/2014/main" id="{38D749B4-24EB-2845-CEF4-39A174E21C70}"/>
              </a:ext>
            </a:extLst>
          </p:cNvPr>
          <p:cNvSpPr>
            <a:spLocks noGrp="1"/>
          </p:cNvSpPr>
          <p:nvPr>
            <p:ph type="body" sz="quarter" idx="20" hasCustomPrompt="1"/>
          </p:nvPr>
        </p:nvSpPr>
        <p:spPr>
          <a:xfrm>
            <a:off x="2049026" y="4143516"/>
            <a:ext cx="3748702" cy="889727"/>
          </a:xfrm>
          <a:noFill/>
          <a:ln>
            <a:noFill/>
          </a:ln>
        </p:spPr>
        <p:txBody>
          <a:bodyPr wrap="square" lIns="0" anchor="ctr">
            <a:noAutofit/>
          </a:bodyPr>
          <a:lstStyle>
            <a:lvl1pPr marL="0" indent="0" algn="l" defTabSz="914377" fontAlgn="auto">
              <a:spcBef>
                <a:spcPts val="0"/>
              </a:spcBef>
              <a:spcAft>
                <a:spcPts val="0"/>
              </a:spcAft>
              <a:buClr>
                <a:prstClr val="white"/>
              </a:buClr>
              <a:buNone/>
              <a:defRPr lang="nl-NL" sz="1800" b="0" i="0" cap="none" baseline="0" dirty="0">
                <a:solidFill>
                  <a:schemeClr val="accent3"/>
                </a:solidFill>
                <a:latin typeface="Rubik" pitchFamily="2" charset="-79"/>
                <a:cs typeface="Rubik" pitchFamily="2" charset="-79"/>
              </a:defRPr>
            </a:lvl1pPr>
          </a:lstStyle>
          <a:p>
            <a:pPr marL="0" lvl="0" defTabSz="914377" fontAlgn="auto">
              <a:spcAft>
                <a:spcPts val="0"/>
              </a:spcAft>
              <a:buClr>
                <a:prstClr val="white"/>
              </a:buClr>
            </a:pPr>
            <a:r>
              <a:rPr lang="en-GB"/>
              <a:t>Click to edit master text</a:t>
            </a:r>
          </a:p>
        </p:txBody>
      </p:sp>
      <p:sp>
        <p:nvSpPr>
          <p:cNvPr id="44" name="Tijdelijke aanduiding voor tekst 34">
            <a:extLst>
              <a:ext uri="{FF2B5EF4-FFF2-40B4-BE49-F238E27FC236}">
                <a16:creationId xmlns:a16="http://schemas.microsoft.com/office/drawing/2014/main" id="{56A72703-DBED-7C17-37DD-AFCC5957F0EC}"/>
              </a:ext>
            </a:extLst>
          </p:cNvPr>
          <p:cNvSpPr>
            <a:spLocks noGrp="1"/>
          </p:cNvSpPr>
          <p:nvPr>
            <p:ph type="body" sz="quarter" idx="21" hasCustomPrompt="1"/>
          </p:nvPr>
        </p:nvSpPr>
        <p:spPr>
          <a:xfrm>
            <a:off x="7548716" y="1798609"/>
            <a:ext cx="3768572" cy="889727"/>
          </a:xfrm>
          <a:noFill/>
          <a:ln>
            <a:noFill/>
          </a:ln>
        </p:spPr>
        <p:txBody>
          <a:bodyPr wrap="square" lIns="0" anchor="ctr">
            <a:noAutofit/>
          </a:bodyPr>
          <a:lstStyle>
            <a:lvl1pPr marL="0" indent="0" algn="l" defTabSz="914377" fontAlgn="auto">
              <a:spcBef>
                <a:spcPts val="0"/>
              </a:spcBef>
              <a:spcAft>
                <a:spcPts val="0"/>
              </a:spcAft>
              <a:buClr>
                <a:prstClr val="white"/>
              </a:buClr>
              <a:buNone/>
              <a:defRPr lang="nl-NL" sz="1800" b="0" i="0" cap="none" baseline="0" dirty="0">
                <a:solidFill>
                  <a:schemeClr val="accent3"/>
                </a:solidFill>
                <a:latin typeface="Rubik" pitchFamily="2" charset="-79"/>
                <a:cs typeface="Rubik" pitchFamily="2" charset="-79"/>
              </a:defRPr>
            </a:lvl1pPr>
          </a:lstStyle>
          <a:p>
            <a:pPr marL="0" lvl="0" defTabSz="914377" fontAlgn="auto">
              <a:spcAft>
                <a:spcPts val="0"/>
              </a:spcAft>
              <a:buClr>
                <a:prstClr val="white"/>
              </a:buClr>
            </a:pPr>
            <a:r>
              <a:rPr lang="en-GB"/>
              <a:t>Click to edit master text</a:t>
            </a:r>
          </a:p>
        </p:txBody>
      </p:sp>
      <p:sp>
        <p:nvSpPr>
          <p:cNvPr id="45" name="Tijdelijke aanduiding voor tekst 34">
            <a:extLst>
              <a:ext uri="{FF2B5EF4-FFF2-40B4-BE49-F238E27FC236}">
                <a16:creationId xmlns:a16="http://schemas.microsoft.com/office/drawing/2014/main" id="{EA9021BA-8A6E-D20B-45CF-6891726B9600}"/>
              </a:ext>
            </a:extLst>
          </p:cNvPr>
          <p:cNvSpPr>
            <a:spLocks noGrp="1"/>
          </p:cNvSpPr>
          <p:nvPr>
            <p:ph type="body" sz="quarter" idx="22" hasCustomPrompt="1"/>
          </p:nvPr>
        </p:nvSpPr>
        <p:spPr>
          <a:xfrm>
            <a:off x="7548716" y="2968653"/>
            <a:ext cx="3768572" cy="889727"/>
          </a:xfrm>
          <a:noFill/>
          <a:ln>
            <a:noFill/>
          </a:ln>
        </p:spPr>
        <p:txBody>
          <a:bodyPr wrap="square" lIns="0" anchor="ctr">
            <a:noAutofit/>
          </a:bodyPr>
          <a:lstStyle>
            <a:lvl1pPr marL="0" indent="0" algn="l" defTabSz="914377" fontAlgn="auto">
              <a:spcBef>
                <a:spcPts val="0"/>
              </a:spcBef>
              <a:spcAft>
                <a:spcPts val="0"/>
              </a:spcAft>
              <a:buClr>
                <a:prstClr val="white"/>
              </a:buClr>
              <a:buNone/>
              <a:defRPr lang="nl-NL" sz="1800" b="0" i="0" cap="none" baseline="0" dirty="0">
                <a:solidFill>
                  <a:schemeClr val="accent3"/>
                </a:solidFill>
                <a:latin typeface="Rubik" pitchFamily="2" charset="-79"/>
                <a:cs typeface="Rubik" pitchFamily="2" charset="-79"/>
              </a:defRPr>
            </a:lvl1pPr>
          </a:lstStyle>
          <a:p>
            <a:pPr marL="0" lvl="0" defTabSz="914377" fontAlgn="auto">
              <a:spcAft>
                <a:spcPts val="0"/>
              </a:spcAft>
              <a:buClr>
                <a:prstClr val="white"/>
              </a:buClr>
            </a:pPr>
            <a:r>
              <a:rPr lang="en-GB"/>
              <a:t>Click to edit master text</a:t>
            </a:r>
          </a:p>
        </p:txBody>
      </p:sp>
      <p:sp>
        <p:nvSpPr>
          <p:cNvPr id="46" name="Tijdelijke aanduiding voor tekst 34">
            <a:extLst>
              <a:ext uri="{FF2B5EF4-FFF2-40B4-BE49-F238E27FC236}">
                <a16:creationId xmlns:a16="http://schemas.microsoft.com/office/drawing/2014/main" id="{E581A1DA-F790-19C2-9324-46A8427707FD}"/>
              </a:ext>
            </a:extLst>
          </p:cNvPr>
          <p:cNvSpPr>
            <a:spLocks noGrp="1"/>
          </p:cNvSpPr>
          <p:nvPr>
            <p:ph type="body" sz="quarter" idx="23" hasCustomPrompt="1"/>
          </p:nvPr>
        </p:nvSpPr>
        <p:spPr>
          <a:xfrm>
            <a:off x="7548716" y="4113683"/>
            <a:ext cx="3768572" cy="889727"/>
          </a:xfrm>
          <a:noFill/>
          <a:ln>
            <a:noFill/>
          </a:ln>
        </p:spPr>
        <p:txBody>
          <a:bodyPr wrap="square" lIns="0" anchor="ctr">
            <a:noAutofit/>
          </a:bodyPr>
          <a:lstStyle>
            <a:lvl1pPr marL="0" indent="0" algn="l" defTabSz="914377" fontAlgn="auto">
              <a:spcBef>
                <a:spcPts val="0"/>
              </a:spcBef>
              <a:spcAft>
                <a:spcPts val="0"/>
              </a:spcAft>
              <a:buClr>
                <a:prstClr val="white"/>
              </a:buClr>
              <a:buNone/>
              <a:defRPr lang="nl-NL" sz="1800" b="0" i="0" cap="none" baseline="0" dirty="0">
                <a:solidFill>
                  <a:schemeClr val="accent3"/>
                </a:solidFill>
                <a:latin typeface="Rubik" pitchFamily="2" charset="-79"/>
                <a:cs typeface="Rubik" pitchFamily="2" charset="-79"/>
              </a:defRPr>
            </a:lvl1pPr>
          </a:lstStyle>
          <a:p>
            <a:pPr marL="0" lvl="0" defTabSz="914377" fontAlgn="auto">
              <a:spcAft>
                <a:spcPts val="0"/>
              </a:spcAft>
              <a:buClr>
                <a:prstClr val="white"/>
              </a:buClr>
            </a:pPr>
            <a:r>
              <a:rPr lang="en-GB"/>
              <a:t>Click to edit master text</a:t>
            </a:r>
          </a:p>
        </p:txBody>
      </p:sp>
      <p:sp>
        <p:nvSpPr>
          <p:cNvPr id="4" name="Tijdelijke aanduiding voor tekst 34">
            <a:extLst>
              <a:ext uri="{FF2B5EF4-FFF2-40B4-BE49-F238E27FC236}">
                <a16:creationId xmlns:a16="http://schemas.microsoft.com/office/drawing/2014/main" id="{FD401EC7-50AA-7C4B-52D1-D67AE463087E}"/>
              </a:ext>
            </a:extLst>
          </p:cNvPr>
          <p:cNvSpPr>
            <a:spLocks noGrp="1"/>
          </p:cNvSpPr>
          <p:nvPr>
            <p:ph type="body" sz="quarter" idx="26" hasCustomPrompt="1"/>
          </p:nvPr>
        </p:nvSpPr>
        <p:spPr>
          <a:xfrm>
            <a:off x="2049026" y="5307344"/>
            <a:ext cx="3748702" cy="889727"/>
          </a:xfrm>
          <a:noFill/>
          <a:ln>
            <a:noFill/>
          </a:ln>
        </p:spPr>
        <p:txBody>
          <a:bodyPr wrap="square" lIns="0" anchor="ctr">
            <a:noAutofit/>
          </a:bodyPr>
          <a:lstStyle>
            <a:lvl1pPr marL="0" indent="0" algn="l" defTabSz="914377" fontAlgn="auto">
              <a:spcBef>
                <a:spcPts val="0"/>
              </a:spcBef>
              <a:spcAft>
                <a:spcPts val="0"/>
              </a:spcAft>
              <a:buClr>
                <a:prstClr val="white"/>
              </a:buClr>
              <a:buNone/>
              <a:defRPr lang="nl-NL" sz="1800" b="0" i="0" cap="none" baseline="0" dirty="0">
                <a:solidFill>
                  <a:schemeClr val="accent3"/>
                </a:solidFill>
                <a:latin typeface="Rubik" pitchFamily="2" charset="-79"/>
                <a:cs typeface="Rubik" pitchFamily="2" charset="-79"/>
              </a:defRPr>
            </a:lvl1pPr>
          </a:lstStyle>
          <a:p>
            <a:pPr marL="0" lvl="0" defTabSz="914377" fontAlgn="auto">
              <a:spcAft>
                <a:spcPts val="0"/>
              </a:spcAft>
              <a:buClr>
                <a:prstClr val="white"/>
              </a:buClr>
            </a:pPr>
            <a:r>
              <a:rPr lang="en-GB"/>
              <a:t>Click to edit master text</a:t>
            </a:r>
          </a:p>
        </p:txBody>
      </p:sp>
      <p:sp>
        <p:nvSpPr>
          <p:cNvPr id="5" name="Tijdelijke aanduiding voor tekst 34">
            <a:extLst>
              <a:ext uri="{FF2B5EF4-FFF2-40B4-BE49-F238E27FC236}">
                <a16:creationId xmlns:a16="http://schemas.microsoft.com/office/drawing/2014/main" id="{E21EBF72-7115-C157-7FB7-AE43F80B6E16}"/>
              </a:ext>
            </a:extLst>
          </p:cNvPr>
          <p:cNvSpPr>
            <a:spLocks noGrp="1"/>
          </p:cNvSpPr>
          <p:nvPr>
            <p:ph type="body" sz="quarter" idx="27" hasCustomPrompt="1"/>
          </p:nvPr>
        </p:nvSpPr>
        <p:spPr>
          <a:xfrm>
            <a:off x="7548716" y="5277511"/>
            <a:ext cx="3768572" cy="889727"/>
          </a:xfrm>
          <a:noFill/>
          <a:ln>
            <a:noFill/>
          </a:ln>
        </p:spPr>
        <p:txBody>
          <a:bodyPr wrap="square" lIns="0" anchor="ctr">
            <a:noAutofit/>
          </a:bodyPr>
          <a:lstStyle>
            <a:lvl1pPr marL="0" indent="0" algn="l" defTabSz="914377" fontAlgn="auto">
              <a:spcBef>
                <a:spcPts val="0"/>
              </a:spcBef>
              <a:spcAft>
                <a:spcPts val="0"/>
              </a:spcAft>
              <a:buClr>
                <a:prstClr val="white"/>
              </a:buClr>
              <a:buNone/>
              <a:defRPr lang="nl-NL" sz="1800" b="0" i="0" cap="none" baseline="0" dirty="0">
                <a:solidFill>
                  <a:schemeClr val="accent3"/>
                </a:solidFill>
                <a:latin typeface="Rubik" pitchFamily="2" charset="-79"/>
                <a:cs typeface="Rubik" pitchFamily="2" charset="-79"/>
              </a:defRPr>
            </a:lvl1pPr>
          </a:lstStyle>
          <a:p>
            <a:pPr marL="0" lvl="0" defTabSz="914377" fontAlgn="auto">
              <a:spcAft>
                <a:spcPts val="0"/>
              </a:spcAft>
              <a:buClr>
                <a:prstClr val="white"/>
              </a:buClr>
            </a:pPr>
            <a:r>
              <a:rPr lang="en-GB"/>
              <a:t>Click to edit master text</a:t>
            </a:r>
          </a:p>
        </p:txBody>
      </p:sp>
      <p:pic>
        <p:nvPicPr>
          <p:cNvPr id="15" name="Graphic 14">
            <a:extLst>
              <a:ext uri="{FF2B5EF4-FFF2-40B4-BE49-F238E27FC236}">
                <a16:creationId xmlns:a16="http://schemas.microsoft.com/office/drawing/2014/main" id="{7414023F-B941-20BF-D851-0E2ACCC836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20" name="Tijdelijke aanduiding voor afbeelding 6">
            <a:extLst>
              <a:ext uri="{FF2B5EF4-FFF2-40B4-BE49-F238E27FC236}">
                <a16:creationId xmlns:a16="http://schemas.microsoft.com/office/drawing/2014/main" id="{22EC278E-EDF9-6AC0-69C6-D3429323873B}"/>
              </a:ext>
            </a:extLst>
          </p:cNvPr>
          <p:cNvSpPr>
            <a:spLocks noGrp="1"/>
          </p:cNvSpPr>
          <p:nvPr>
            <p:ph type="pic" sz="quarter" idx="29" hasCustomPrompt="1"/>
          </p:nvPr>
        </p:nvSpPr>
        <p:spPr>
          <a:xfrm>
            <a:off x="913702" y="1800177"/>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1" name="Tijdelijke aanduiding voor afbeelding 6">
            <a:extLst>
              <a:ext uri="{FF2B5EF4-FFF2-40B4-BE49-F238E27FC236}">
                <a16:creationId xmlns:a16="http://schemas.microsoft.com/office/drawing/2014/main" id="{BEE7ADC2-208C-A186-6937-F7A6E63D6837}"/>
              </a:ext>
            </a:extLst>
          </p:cNvPr>
          <p:cNvSpPr>
            <a:spLocks noGrp="1"/>
          </p:cNvSpPr>
          <p:nvPr>
            <p:ph type="pic" sz="quarter" idx="40" hasCustomPrompt="1"/>
          </p:nvPr>
        </p:nvSpPr>
        <p:spPr>
          <a:xfrm>
            <a:off x="913702" y="2957413"/>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2" name="Tijdelijke aanduiding voor afbeelding 6">
            <a:extLst>
              <a:ext uri="{FF2B5EF4-FFF2-40B4-BE49-F238E27FC236}">
                <a16:creationId xmlns:a16="http://schemas.microsoft.com/office/drawing/2014/main" id="{7CBB3238-5568-0BC4-D8C7-B1EDB808F165}"/>
              </a:ext>
            </a:extLst>
          </p:cNvPr>
          <p:cNvSpPr>
            <a:spLocks noGrp="1"/>
          </p:cNvSpPr>
          <p:nvPr>
            <p:ph type="pic" sz="quarter" idx="41" hasCustomPrompt="1"/>
          </p:nvPr>
        </p:nvSpPr>
        <p:spPr>
          <a:xfrm>
            <a:off x="913702" y="4118195"/>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3" name="Tijdelijke aanduiding voor afbeelding 6">
            <a:extLst>
              <a:ext uri="{FF2B5EF4-FFF2-40B4-BE49-F238E27FC236}">
                <a16:creationId xmlns:a16="http://schemas.microsoft.com/office/drawing/2014/main" id="{9BB7EC82-5727-EDF2-30FB-A73D3307796F}"/>
              </a:ext>
            </a:extLst>
          </p:cNvPr>
          <p:cNvSpPr>
            <a:spLocks noGrp="1"/>
          </p:cNvSpPr>
          <p:nvPr>
            <p:ph type="pic" sz="quarter" idx="42" hasCustomPrompt="1"/>
          </p:nvPr>
        </p:nvSpPr>
        <p:spPr>
          <a:xfrm>
            <a:off x="913702" y="5280436"/>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4" name="Tijdelijke aanduiding voor afbeelding 6">
            <a:extLst>
              <a:ext uri="{FF2B5EF4-FFF2-40B4-BE49-F238E27FC236}">
                <a16:creationId xmlns:a16="http://schemas.microsoft.com/office/drawing/2014/main" id="{E8E41582-A736-4FA4-9D9B-324F030CDE3F}"/>
              </a:ext>
            </a:extLst>
          </p:cNvPr>
          <p:cNvSpPr>
            <a:spLocks noGrp="1"/>
          </p:cNvSpPr>
          <p:nvPr>
            <p:ph type="pic" sz="quarter" idx="43" hasCustomPrompt="1"/>
          </p:nvPr>
        </p:nvSpPr>
        <p:spPr>
          <a:xfrm>
            <a:off x="6394268" y="1800177"/>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5" name="Tijdelijke aanduiding voor afbeelding 6">
            <a:extLst>
              <a:ext uri="{FF2B5EF4-FFF2-40B4-BE49-F238E27FC236}">
                <a16:creationId xmlns:a16="http://schemas.microsoft.com/office/drawing/2014/main" id="{62CCD638-F590-D11B-214C-20B2CEE48C2C}"/>
              </a:ext>
            </a:extLst>
          </p:cNvPr>
          <p:cNvSpPr>
            <a:spLocks noGrp="1"/>
          </p:cNvSpPr>
          <p:nvPr>
            <p:ph type="pic" sz="quarter" idx="44" hasCustomPrompt="1"/>
          </p:nvPr>
        </p:nvSpPr>
        <p:spPr>
          <a:xfrm>
            <a:off x="6394268" y="2957413"/>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6" name="Tijdelijke aanduiding voor afbeelding 6">
            <a:extLst>
              <a:ext uri="{FF2B5EF4-FFF2-40B4-BE49-F238E27FC236}">
                <a16:creationId xmlns:a16="http://schemas.microsoft.com/office/drawing/2014/main" id="{C910B3E3-5B71-C39C-28F6-7ABC00AE5429}"/>
              </a:ext>
            </a:extLst>
          </p:cNvPr>
          <p:cNvSpPr>
            <a:spLocks noGrp="1"/>
          </p:cNvSpPr>
          <p:nvPr>
            <p:ph type="pic" sz="quarter" idx="45" hasCustomPrompt="1"/>
          </p:nvPr>
        </p:nvSpPr>
        <p:spPr>
          <a:xfrm>
            <a:off x="6394268" y="4118195"/>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27" name="Tijdelijke aanduiding voor afbeelding 6">
            <a:extLst>
              <a:ext uri="{FF2B5EF4-FFF2-40B4-BE49-F238E27FC236}">
                <a16:creationId xmlns:a16="http://schemas.microsoft.com/office/drawing/2014/main" id="{3EC4ECE8-F710-8DBF-4C8A-6A05072F898E}"/>
              </a:ext>
            </a:extLst>
          </p:cNvPr>
          <p:cNvSpPr>
            <a:spLocks noGrp="1"/>
          </p:cNvSpPr>
          <p:nvPr>
            <p:ph type="pic" sz="quarter" idx="46" hasCustomPrompt="1"/>
          </p:nvPr>
        </p:nvSpPr>
        <p:spPr>
          <a:xfrm>
            <a:off x="6394268" y="5280436"/>
            <a:ext cx="943265" cy="95149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a:solidFill>
            <a:schemeClr val="bg2"/>
          </a:solidFill>
        </p:spPr>
        <p:txBody>
          <a:bodyPr wrap="square">
            <a:noAutofit/>
          </a:bodyPr>
          <a:lstStyle>
            <a:lvl1pPr marL="0" indent="0" algn="ctr">
              <a:buNone/>
              <a:defRPr sz="900">
                <a:latin typeface="Rubik" pitchFamily="2" charset="-79"/>
                <a:cs typeface="Rubik" pitchFamily="2" charset="-79"/>
              </a:defRPr>
            </a:lvl1pPr>
          </a:lstStyle>
          <a:p>
            <a:r>
              <a:rPr lang="en-GB"/>
              <a:t>Click icon </a:t>
            </a:r>
            <a:br>
              <a:rPr lang="en-GB"/>
            </a:br>
            <a:r>
              <a:rPr lang="en-GB"/>
              <a:t>to add picture</a:t>
            </a:r>
            <a:endParaRPr lang="nl-BE"/>
          </a:p>
        </p:txBody>
      </p:sp>
      <p:sp>
        <p:nvSpPr>
          <p:cNvPr id="9" name="Titel 24">
            <a:extLst>
              <a:ext uri="{FF2B5EF4-FFF2-40B4-BE49-F238E27FC236}">
                <a16:creationId xmlns:a16="http://schemas.microsoft.com/office/drawing/2014/main" id="{C3CA5A62-770A-ED22-512D-D9F9808CAB5C}"/>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0" name="Tekstvak 9">
            <a:extLst>
              <a:ext uri="{FF2B5EF4-FFF2-40B4-BE49-F238E27FC236}">
                <a16:creationId xmlns:a16="http://schemas.microsoft.com/office/drawing/2014/main" id="{A7F27B34-3659-65E8-06B6-0355804290BC}"/>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1" name="Tekstvak 10">
            <a:extLst>
              <a:ext uri="{FF2B5EF4-FFF2-40B4-BE49-F238E27FC236}">
                <a16:creationId xmlns:a16="http://schemas.microsoft.com/office/drawing/2014/main" id="{9880CD64-C220-CBB8-26BD-A6DE281DFCED}"/>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2" name="Tijdelijke aanduiding voor dianummer 2">
            <a:extLst>
              <a:ext uri="{FF2B5EF4-FFF2-40B4-BE49-F238E27FC236}">
                <a16:creationId xmlns:a16="http://schemas.microsoft.com/office/drawing/2014/main" id="{C4695655-A6C2-629A-C918-2A3DBFC52003}"/>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Tree>
    <p:extLst>
      <p:ext uri="{BB962C8B-B14F-4D97-AF65-F5344CB8AC3E}">
        <p14:creationId xmlns:p14="http://schemas.microsoft.com/office/powerpoint/2010/main" val="21617387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graphs">
    <p:spTree>
      <p:nvGrpSpPr>
        <p:cNvPr id="1" name=""/>
        <p:cNvGrpSpPr/>
        <p:nvPr/>
      </p:nvGrpSpPr>
      <p:grpSpPr>
        <a:xfrm>
          <a:off x="0" y="0"/>
          <a:ext cx="0" cy="0"/>
          <a:chOff x="0" y="0"/>
          <a:chExt cx="0" cy="0"/>
        </a:xfrm>
      </p:grpSpPr>
      <p:cxnSp>
        <p:nvCxnSpPr>
          <p:cNvPr id="8" name="Rechte verbindingslijn 7">
            <a:extLst>
              <a:ext uri="{FF2B5EF4-FFF2-40B4-BE49-F238E27FC236}">
                <a16:creationId xmlns:a16="http://schemas.microsoft.com/office/drawing/2014/main" id="{77D90C68-D7BC-2B7F-FC36-4333ED4EA98E}"/>
              </a:ext>
            </a:extLst>
          </p:cNvPr>
          <p:cNvCxnSpPr/>
          <p:nvPr userDrawn="1"/>
        </p:nvCxnSpPr>
        <p:spPr>
          <a:xfrm>
            <a:off x="6095999" y="1993900"/>
            <a:ext cx="0" cy="4320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2" name="Tijdelijke aanduiding voor grafiek 91">
            <a:extLst>
              <a:ext uri="{FF2B5EF4-FFF2-40B4-BE49-F238E27FC236}">
                <a16:creationId xmlns:a16="http://schemas.microsoft.com/office/drawing/2014/main" id="{99D6E838-3097-E6A0-73D2-20DD1B5BA1D2}"/>
              </a:ext>
            </a:extLst>
          </p:cNvPr>
          <p:cNvSpPr>
            <a:spLocks noGrp="1"/>
          </p:cNvSpPr>
          <p:nvPr>
            <p:ph type="chart" sz="quarter" idx="10" hasCustomPrompt="1"/>
          </p:nvPr>
        </p:nvSpPr>
        <p:spPr>
          <a:xfrm>
            <a:off x="895350" y="2711450"/>
            <a:ext cx="4835525" cy="3417888"/>
          </a:xfrm>
        </p:spPr>
        <p:txBody>
          <a:bodyPr>
            <a:normAutofit/>
          </a:bodyPr>
          <a:lstStyle>
            <a:lvl1pPr marL="0" indent="0" algn="ctr">
              <a:buNone/>
              <a:defRPr sz="1200"/>
            </a:lvl1pPr>
          </a:lstStyle>
          <a:p>
            <a:r>
              <a:rPr lang="nl-NL"/>
              <a:t>Click </a:t>
            </a:r>
            <a:r>
              <a:rPr lang="nl-NL" err="1"/>
              <a:t>to</a:t>
            </a:r>
            <a:r>
              <a:rPr lang="nl-NL"/>
              <a:t> </a:t>
            </a:r>
            <a:r>
              <a:rPr lang="nl-NL" err="1"/>
              <a:t>add</a:t>
            </a:r>
            <a:r>
              <a:rPr lang="nl-NL"/>
              <a:t> </a:t>
            </a:r>
            <a:r>
              <a:rPr lang="nl-NL" err="1"/>
              <a:t>graph</a:t>
            </a:r>
            <a:endParaRPr lang="nl-BE"/>
          </a:p>
        </p:txBody>
      </p:sp>
      <p:sp>
        <p:nvSpPr>
          <p:cNvPr id="93" name="Tijdelijke aanduiding voor tekst 25">
            <a:extLst>
              <a:ext uri="{FF2B5EF4-FFF2-40B4-BE49-F238E27FC236}">
                <a16:creationId xmlns:a16="http://schemas.microsoft.com/office/drawing/2014/main" id="{D30A5C93-B820-86FC-D77C-D6E639D30520}"/>
              </a:ext>
            </a:extLst>
          </p:cNvPr>
          <p:cNvSpPr>
            <a:spLocks noGrp="1"/>
          </p:cNvSpPr>
          <p:nvPr>
            <p:ph type="body" sz="quarter" idx="12" hasCustomPrompt="1"/>
          </p:nvPr>
        </p:nvSpPr>
        <p:spPr>
          <a:xfrm>
            <a:off x="888947" y="2079480"/>
            <a:ext cx="4841927" cy="389317"/>
          </a:xfrm>
        </p:spPr>
        <p:txBody>
          <a:bodyPr anchor="ctr">
            <a:noAutofit/>
          </a:bodyPr>
          <a:lstStyle>
            <a:lvl1pPr marL="0" indent="0" algn="l">
              <a:buNone/>
              <a:defRPr sz="2000" b="1" cap="all" baseline="0">
                <a:solidFill>
                  <a:schemeClr val="accent1"/>
                </a:solidFill>
              </a:defRPr>
            </a:lvl1pPr>
            <a:lvl2pPr marL="457200" indent="0" algn="l">
              <a:buNone/>
              <a:defRPr sz="1800" b="1" cap="all" baseline="0">
                <a:solidFill>
                  <a:schemeClr val="tx2"/>
                </a:solidFill>
              </a:defRPr>
            </a:lvl2pPr>
          </a:lstStyle>
          <a:p>
            <a:pPr lvl="0"/>
            <a:r>
              <a:rPr lang="nl-NL"/>
              <a:t>Click </a:t>
            </a:r>
            <a:r>
              <a:rPr lang="nl-NL" err="1"/>
              <a:t>to</a:t>
            </a:r>
            <a:r>
              <a:rPr lang="nl-NL"/>
              <a:t> </a:t>
            </a:r>
            <a:r>
              <a:rPr lang="nl-NL" err="1"/>
              <a:t>edit</a:t>
            </a:r>
            <a:r>
              <a:rPr lang="nl-NL"/>
              <a:t> </a:t>
            </a:r>
            <a:r>
              <a:rPr lang="nl-NL" err="1"/>
              <a:t>title</a:t>
            </a:r>
            <a:endParaRPr lang="nl-NL"/>
          </a:p>
        </p:txBody>
      </p:sp>
      <p:sp>
        <p:nvSpPr>
          <p:cNvPr id="94" name="Tijdelijke aanduiding voor tekst 25">
            <a:extLst>
              <a:ext uri="{FF2B5EF4-FFF2-40B4-BE49-F238E27FC236}">
                <a16:creationId xmlns:a16="http://schemas.microsoft.com/office/drawing/2014/main" id="{4A9491D9-5CCF-D499-FE40-0688BB467C7E}"/>
              </a:ext>
            </a:extLst>
          </p:cNvPr>
          <p:cNvSpPr>
            <a:spLocks noGrp="1"/>
          </p:cNvSpPr>
          <p:nvPr>
            <p:ph type="body" sz="quarter" idx="13" hasCustomPrompt="1"/>
          </p:nvPr>
        </p:nvSpPr>
        <p:spPr>
          <a:xfrm>
            <a:off x="6454648" y="2079480"/>
            <a:ext cx="4841927" cy="389317"/>
          </a:xfrm>
        </p:spPr>
        <p:txBody>
          <a:bodyPr anchor="ctr">
            <a:noAutofit/>
          </a:bodyPr>
          <a:lstStyle>
            <a:lvl1pPr marL="0" indent="0" algn="l">
              <a:buNone/>
              <a:defRPr sz="2000" b="1" cap="all" baseline="0">
                <a:solidFill>
                  <a:schemeClr val="accent1"/>
                </a:solidFill>
              </a:defRPr>
            </a:lvl1pPr>
            <a:lvl2pPr marL="457200" indent="0" algn="l">
              <a:buNone/>
              <a:defRPr sz="1800" b="1" cap="all" baseline="0">
                <a:solidFill>
                  <a:schemeClr val="tx2"/>
                </a:solidFill>
              </a:defRPr>
            </a:lvl2pPr>
          </a:lstStyle>
          <a:p>
            <a:pPr lvl="0"/>
            <a:r>
              <a:rPr lang="nl-NL"/>
              <a:t>Click </a:t>
            </a:r>
            <a:r>
              <a:rPr lang="nl-NL" err="1"/>
              <a:t>to</a:t>
            </a:r>
            <a:r>
              <a:rPr lang="nl-NL"/>
              <a:t> </a:t>
            </a:r>
            <a:r>
              <a:rPr lang="nl-NL" err="1"/>
              <a:t>edit</a:t>
            </a:r>
            <a:r>
              <a:rPr lang="nl-NL"/>
              <a:t> </a:t>
            </a:r>
            <a:r>
              <a:rPr lang="nl-NL" err="1"/>
              <a:t>title</a:t>
            </a:r>
            <a:endParaRPr lang="nl-NL"/>
          </a:p>
        </p:txBody>
      </p:sp>
      <p:sp>
        <p:nvSpPr>
          <p:cNvPr id="2" name="Tijdelijke aanduiding voor grafiek 91">
            <a:extLst>
              <a:ext uri="{FF2B5EF4-FFF2-40B4-BE49-F238E27FC236}">
                <a16:creationId xmlns:a16="http://schemas.microsoft.com/office/drawing/2014/main" id="{90BD8DDD-23EE-A9F1-C5EC-A3FCF917EC94}"/>
              </a:ext>
            </a:extLst>
          </p:cNvPr>
          <p:cNvSpPr>
            <a:spLocks noGrp="1"/>
          </p:cNvSpPr>
          <p:nvPr>
            <p:ph type="chart" sz="quarter" idx="14" hasCustomPrompt="1"/>
          </p:nvPr>
        </p:nvSpPr>
        <p:spPr>
          <a:xfrm>
            <a:off x="6454648" y="2711450"/>
            <a:ext cx="4835525" cy="3417888"/>
          </a:xfrm>
        </p:spPr>
        <p:txBody>
          <a:bodyPr>
            <a:normAutofit/>
          </a:bodyPr>
          <a:lstStyle>
            <a:lvl1pPr marL="0" indent="0" algn="ctr">
              <a:buNone/>
              <a:defRPr sz="1200"/>
            </a:lvl1pPr>
          </a:lstStyle>
          <a:p>
            <a:r>
              <a:rPr lang="nl-NL"/>
              <a:t>Click </a:t>
            </a:r>
            <a:r>
              <a:rPr lang="nl-NL" err="1"/>
              <a:t>to</a:t>
            </a:r>
            <a:r>
              <a:rPr lang="nl-NL"/>
              <a:t> </a:t>
            </a:r>
            <a:r>
              <a:rPr lang="nl-NL" err="1"/>
              <a:t>add</a:t>
            </a:r>
            <a:r>
              <a:rPr lang="nl-NL"/>
              <a:t> </a:t>
            </a:r>
            <a:r>
              <a:rPr lang="nl-NL" err="1"/>
              <a:t>graph</a:t>
            </a:r>
            <a:endParaRPr lang="nl-BE"/>
          </a:p>
        </p:txBody>
      </p:sp>
      <p:pic>
        <p:nvPicPr>
          <p:cNvPr id="5" name="Graphic 4">
            <a:extLst>
              <a:ext uri="{FF2B5EF4-FFF2-40B4-BE49-F238E27FC236}">
                <a16:creationId xmlns:a16="http://schemas.microsoft.com/office/drawing/2014/main" id="{85D92E9D-6ED5-189B-ECD5-4D6F3091C08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9" name="Titel 24">
            <a:extLst>
              <a:ext uri="{FF2B5EF4-FFF2-40B4-BE49-F238E27FC236}">
                <a16:creationId xmlns:a16="http://schemas.microsoft.com/office/drawing/2014/main" id="{E6E8F96E-B139-BF6E-4831-F4F56CCF0783}"/>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2" name="Tekstvak 11">
            <a:extLst>
              <a:ext uri="{FF2B5EF4-FFF2-40B4-BE49-F238E27FC236}">
                <a16:creationId xmlns:a16="http://schemas.microsoft.com/office/drawing/2014/main" id="{A8A762B5-7770-3300-A5A4-62902083A0AA}"/>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3" name="Tekstvak 12">
            <a:extLst>
              <a:ext uri="{FF2B5EF4-FFF2-40B4-BE49-F238E27FC236}">
                <a16:creationId xmlns:a16="http://schemas.microsoft.com/office/drawing/2014/main" id="{C1E1DA85-7F65-7EE4-2297-5F966170BF6D}"/>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4" name="Tijdelijke aanduiding voor dianummer 2">
            <a:extLst>
              <a:ext uri="{FF2B5EF4-FFF2-40B4-BE49-F238E27FC236}">
                <a16:creationId xmlns:a16="http://schemas.microsoft.com/office/drawing/2014/main" id="{2F45366A-B081-7313-2C7B-67626DA02EDD}"/>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Tree>
    <p:extLst>
      <p:ext uri="{BB962C8B-B14F-4D97-AF65-F5344CB8AC3E}">
        <p14:creationId xmlns:p14="http://schemas.microsoft.com/office/powerpoint/2010/main" val="41561362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 + list">
    <p:spTree>
      <p:nvGrpSpPr>
        <p:cNvPr id="1" name=""/>
        <p:cNvGrpSpPr/>
        <p:nvPr/>
      </p:nvGrpSpPr>
      <p:grpSpPr>
        <a:xfrm>
          <a:off x="0" y="0"/>
          <a:ext cx="0" cy="0"/>
          <a:chOff x="0" y="0"/>
          <a:chExt cx="0" cy="0"/>
        </a:xfrm>
      </p:grpSpPr>
      <p:cxnSp>
        <p:nvCxnSpPr>
          <p:cNvPr id="8" name="Rechte verbindingslijn 7">
            <a:extLst>
              <a:ext uri="{FF2B5EF4-FFF2-40B4-BE49-F238E27FC236}">
                <a16:creationId xmlns:a16="http://schemas.microsoft.com/office/drawing/2014/main" id="{77D90C68-D7BC-2B7F-FC36-4333ED4EA98E}"/>
              </a:ext>
            </a:extLst>
          </p:cNvPr>
          <p:cNvCxnSpPr/>
          <p:nvPr userDrawn="1"/>
        </p:nvCxnSpPr>
        <p:spPr>
          <a:xfrm>
            <a:off x="6095999" y="1993900"/>
            <a:ext cx="0" cy="43200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2" name="Tijdelijke aanduiding voor grafiek 91">
            <a:extLst>
              <a:ext uri="{FF2B5EF4-FFF2-40B4-BE49-F238E27FC236}">
                <a16:creationId xmlns:a16="http://schemas.microsoft.com/office/drawing/2014/main" id="{99D6E838-3097-E6A0-73D2-20DD1B5BA1D2}"/>
              </a:ext>
            </a:extLst>
          </p:cNvPr>
          <p:cNvSpPr>
            <a:spLocks noGrp="1"/>
          </p:cNvSpPr>
          <p:nvPr>
            <p:ph type="chart" sz="quarter" idx="10" hasCustomPrompt="1"/>
          </p:nvPr>
        </p:nvSpPr>
        <p:spPr>
          <a:xfrm>
            <a:off x="895350" y="2711450"/>
            <a:ext cx="4835525" cy="3417888"/>
          </a:xfrm>
        </p:spPr>
        <p:txBody>
          <a:bodyPr>
            <a:normAutofit/>
          </a:bodyPr>
          <a:lstStyle>
            <a:lvl1pPr marL="0" indent="0" algn="ctr">
              <a:buNone/>
              <a:defRPr sz="1200"/>
            </a:lvl1pPr>
          </a:lstStyle>
          <a:p>
            <a:r>
              <a:rPr lang="nl-NL"/>
              <a:t>Click </a:t>
            </a:r>
            <a:r>
              <a:rPr lang="nl-NL" err="1"/>
              <a:t>to</a:t>
            </a:r>
            <a:r>
              <a:rPr lang="nl-NL"/>
              <a:t> </a:t>
            </a:r>
            <a:r>
              <a:rPr lang="nl-NL" err="1"/>
              <a:t>add</a:t>
            </a:r>
            <a:r>
              <a:rPr lang="nl-NL"/>
              <a:t> </a:t>
            </a:r>
            <a:r>
              <a:rPr lang="nl-NL" err="1"/>
              <a:t>graph</a:t>
            </a:r>
            <a:endParaRPr lang="nl-BE"/>
          </a:p>
        </p:txBody>
      </p:sp>
      <p:sp>
        <p:nvSpPr>
          <p:cNvPr id="93" name="Tijdelijke aanduiding voor tekst 25">
            <a:extLst>
              <a:ext uri="{FF2B5EF4-FFF2-40B4-BE49-F238E27FC236}">
                <a16:creationId xmlns:a16="http://schemas.microsoft.com/office/drawing/2014/main" id="{D30A5C93-B820-86FC-D77C-D6E639D30520}"/>
              </a:ext>
            </a:extLst>
          </p:cNvPr>
          <p:cNvSpPr>
            <a:spLocks noGrp="1"/>
          </p:cNvSpPr>
          <p:nvPr>
            <p:ph type="body" sz="quarter" idx="12" hasCustomPrompt="1"/>
          </p:nvPr>
        </p:nvSpPr>
        <p:spPr>
          <a:xfrm>
            <a:off x="888947" y="2079480"/>
            <a:ext cx="4841927" cy="389317"/>
          </a:xfrm>
        </p:spPr>
        <p:txBody>
          <a:bodyPr anchor="ctr">
            <a:noAutofit/>
          </a:bodyPr>
          <a:lstStyle>
            <a:lvl1pPr marL="0" indent="0" algn="l">
              <a:buNone/>
              <a:defRPr sz="2000" b="1" cap="all" baseline="0">
                <a:solidFill>
                  <a:schemeClr val="accent1"/>
                </a:solidFill>
              </a:defRPr>
            </a:lvl1pPr>
            <a:lvl2pPr marL="457200" indent="0" algn="l">
              <a:buNone/>
              <a:defRPr sz="1800" b="1" cap="all" baseline="0">
                <a:solidFill>
                  <a:schemeClr val="tx2"/>
                </a:solidFill>
              </a:defRPr>
            </a:lvl2pPr>
          </a:lstStyle>
          <a:p>
            <a:pPr lvl="0"/>
            <a:r>
              <a:rPr lang="nl-NL"/>
              <a:t>Click </a:t>
            </a:r>
            <a:r>
              <a:rPr lang="nl-NL" err="1"/>
              <a:t>to</a:t>
            </a:r>
            <a:r>
              <a:rPr lang="nl-NL"/>
              <a:t> </a:t>
            </a:r>
            <a:r>
              <a:rPr lang="nl-NL" err="1"/>
              <a:t>edit</a:t>
            </a:r>
            <a:r>
              <a:rPr lang="nl-NL"/>
              <a:t> </a:t>
            </a:r>
            <a:r>
              <a:rPr lang="nl-NL" err="1"/>
              <a:t>title</a:t>
            </a:r>
            <a:endParaRPr lang="nl-NL"/>
          </a:p>
        </p:txBody>
      </p:sp>
      <p:sp>
        <p:nvSpPr>
          <p:cNvPr id="94" name="Tijdelijke aanduiding voor tekst 25">
            <a:extLst>
              <a:ext uri="{FF2B5EF4-FFF2-40B4-BE49-F238E27FC236}">
                <a16:creationId xmlns:a16="http://schemas.microsoft.com/office/drawing/2014/main" id="{4A9491D9-5CCF-D499-FE40-0688BB467C7E}"/>
              </a:ext>
            </a:extLst>
          </p:cNvPr>
          <p:cNvSpPr>
            <a:spLocks noGrp="1"/>
          </p:cNvSpPr>
          <p:nvPr>
            <p:ph type="body" sz="quarter" idx="13" hasCustomPrompt="1"/>
          </p:nvPr>
        </p:nvSpPr>
        <p:spPr>
          <a:xfrm>
            <a:off x="6454648" y="2079480"/>
            <a:ext cx="4841927" cy="389317"/>
          </a:xfrm>
        </p:spPr>
        <p:txBody>
          <a:bodyPr anchor="ctr">
            <a:noAutofit/>
          </a:bodyPr>
          <a:lstStyle>
            <a:lvl1pPr marL="0" indent="0" algn="l">
              <a:buNone/>
              <a:defRPr sz="2000" b="1" cap="all" baseline="0">
                <a:solidFill>
                  <a:schemeClr val="accent1"/>
                </a:solidFill>
              </a:defRPr>
            </a:lvl1pPr>
            <a:lvl2pPr marL="457200" indent="0" algn="l">
              <a:buNone/>
              <a:defRPr sz="1800" b="1" cap="all" baseline="0">
                <a:solidFill>
                  <a:schemeClr val="tx2"/>
                </a:solidFill>
              </a:defRPr>
            </a:lvl2pPr>
          </a:lstStyle>
          <a:p>
            <a:pPr lvl="0"/>
            <a:r>
              <a:rPr lang="nl-NL"/>
              <a:t>Click </a:t>
            </a:r>
            <a:r>
              <a:rPr lang="nl-NL" err="1"/>
              <a:t>to</a:t>
            </a:r>
            <a:r>
              <a:rPr lang="nl-NL"/>
              <a:t> </a:t>
            </a:r>
            <a:r>
              <a:rPr lang="nl-NL" err="1"/>
              <a:t>edit</a:t>
            </a:r>
            <a:r>
              <a:rPr lang="nl-NL"/>
              <a:t> </a:t>
            </a:r>
            <a:r>
              <a:rPr lang="nl-NL" err="1"/>
              <a:t>title</a:t>
            </a:r>
            <a:endParaRPr lang="nl-NL"/>
          </a:p>
        </p:txBody>
      </p:sp>
      <p:sp>
        <p:nvSpPr>
          <p:cNvPr id="100" name="Tijdelijke aanduiding voor tekst 34">
            <a:extLst>
              <a:ext uri="{FF2B5EF4-FFF2-40B4-BE49-F238E27FC236}">
                <a16:creationId xmlns:a16="http://schemas.microsoft.com/office/drawing/2014/main" id="{C797BACB-14BA-04A8-3379-0E6C8FCE5EF0}"/>
              </a:ext>
            </a:extLst>
          </p:cNvPr>
          <p:cNvSpPr>
            <a:spLocks noGrp="1"/>
          </p:cNvSpPr>
          <p:nvPr>
            <p:ph type="body" sz="quarter" idx="18" hasCustomPrompt="1"/>
          </p:nvPr>
        </p:nvSpPr>
        <p:spPr>
          <a:xfrm>
            <a:off x="7006387" y="2711449"/>
            <a:ext cx="4290187" cy="461665"/>
          </a:xfrm>
          <a:noFill/>
        </p:spPr>
        <p:txBody>
          <a:bodyPr wrap="square" lIns="0" anchor="ctr">
            <a:noAutofit/>
          </a:bodyPr>
          <a:lstStyle>
            <a:lvl1pPr marL="0" indent="0">
              <a:buNone/>
              <a:defRPr lang="nl-NL" sz="1600" cap="none" baseline="0" dirty="0">
                <a:solidFill>
                  <a:schemeClr val="accent3"/>
                </a:solidFill>
              </a:defRPr>
            </a:lvl1pPr>
          </a:lstStyle>
          <a:p>
            <a:pPr marL="0" lvl="0" defTabSz="914377" fontAlgn="auto">
              <a:spcAft>
                <a:spcPts val="0"/>
              </a:spcAft>
              <a:buClr>
                <a:prstClr val="white"/>
              </a:buClr>
            </a:pPr>
            <a:r>
              <a:rPr lang="nl-NL"/>
              <a:t>Click </a:t>
            </a:r>
            <a:r>
              <a:rPr lang="nl-NL" err="1"/>
              <a:t>to</a:t>
            </a:r>
            <a:r>
              <a:rPr lang="nl-NL"/>
              <a:t> </a:t>
            </a:r>
            <a:r>
              <a:rPr lang="nl-NL" err="1"/>
              <a:t>add</a:t>
            </a:r>
            <a:r>
              <a:rPr lang="nl-NL"/>
              <a:t> </a:t>
            </a:r>
            <a:r>
              <a:rPr lang="nl-NL" err="1"/>
              <a:t>text</a:t>
            </a:r>
            <a:endParaRPr lang="nl-NL"/>
          </a:p>
        </p:txBody>
      </p:sp>
      <p:pic>
        <p:nvPicPr>
          <p:cNvPr id="4" name="Graphic 3">
            <a:extLst>
              <a:ext uri="{FF2B5EF4-FFF2-40B4-BE49-F238E27FC236}">
                <a16:creationId xmlns:a16="http://schemas.microsoft.com/office/drawing/2014/main" id="{5203A107-27E7-D3F8-FE53-A0A81718AB5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sp>
        <p:nvSpPr>
          <p:cNvPr id="7" name="Titel 24">
            <a:extLst>
              <a:ext uri="{FF2B5EF4-FFF2-40B4-BE49-F238E27FC236}">
                <a16:creationId xmlns:a16="http://schemas.microsoft.com/office/drawing/2014/main" id="{9F5B36DA-C63D-7C32-A410-7B54B30DFF47}"/>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3"/>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1" name="Tekstvak 10">
            <a:extLst>
              <a:ext uri="{FF2B5EF4-FFF2-40B4-BE49-F238E27FC236}">
                <a16:creationId xmlns:a16="http://schemas.microsoft.com/office/drawing/2014/main" id="{1ADF4CD8-21AE-1F19-5FC1-757AD6CA9593}"/>
              </a:ext>
            </a:extLst>
          </p:cNvPr>
          <p:cNvSpPr txBox="1"/>
          <p:nvPr userDrawn="1"/>
        </p:nvSpPr>
        <p:spPr>
          <a:xfrm>
            <a:off x="6454648" y="2711449"/>
            <a:ext cx="359998" cy="461665"/>
          </a:xfrm>
          <a:prstGeom prst="rect">
            <a:avLst/>
          </a:prstGeom>
          <a:noFill/>
        </p:spPr>
        <p:txBody>
          <a:bodyPr wrap="square" rtlCol="0">
            <a:spAutoFit/>
          </a:bodyPr>
          <a:lstStyle/>
          <a:p>
            <a:pPr algn="ctr"/>
            <a:r>
              <a:rPr lang="en-US" sz="2400" b="1">
                <a:solidFill>
                  <a:schemeClr val="accent1"/>
                </a:solidFill>
                <a:latin typeface="Rubik" pitchFamily="2" charset="-79"/>
                <a:cs typeface="Rubik" pitchFamily="2" charset="-79"/>
              </a:rPr>
              <a:t>1</a:t>
            </a:r>
            <a:endParaRPr lang="en-BE" sz="2400" b="1">
              <a:solidFill>
                <a:schemeClr val="accent1"/>
              </a:solidFill>
              <a:latin typeface="Rubik" pitchFamily="2" charset="-79"/>
              <a:cs typeface="Rubik" pitchFamily="2" charset="-79"/>
            </a:endParaRPr>
          </a:p>
        </p:txBody>
      </p:sp>
      <p:sp>
        <p:nvSpPr>
          <p:cNvPr id="13" name="Tekstvak 12">
            <a:extLst>
              <a:ext uri="{FF2B5EF4-FFF2-40B4-BE49-F238E27FC236}">
                <a16:creationId xmlns:a16="http://schemas.microsoft.com/office/drawing/2014/main" id="{006CAAB7-FF6C-F5C2-2964-007F7C425510}"/>
              </a:ext>
            </a:extLst>
          </p:cNvPr>
          <p:cNvSpPr txBox="1"/>
          <p:nvPr userDrawn="1"/>
        </p:nvSpPr>
        <p:spPr>
          <a:xfrm>
            <a:off x="6461124" y="3450505"/>
            <a:ext cx="359998" cy="461665"/>
          </a:xfrm>
          <a:prstGeom prst="rect">
            <a:avLst/>
          </a:prstGeom>
          <a:noFill/>
        </p:spPr>
        <p:txBody>
          <a:bodyPr wrap="square" rtlCol="0">
            <a:spAutoFit/>
          </a:bodyPr>
          <a:lstStyle/>
          <a:p>
            <a:pPr algn="ctr"/>
            <a:r>
              <a:rPr lang="en-US" sz="2400" b="1">
                <a:solidFill>
                  <a:schemeClr val="accent1"/>
                </a:solidFill>
                <a:latin typeface="Rubik" pitchFamily="2" charset="-79"/>
                <a:cs typeface="Rubik" pitchFamily="2" charset="-79"/>
              </a:rPr>
              <a:t>2</a:t>
            </a:r>
            <a:endParaRPr lang="en-BE" sz="2400" b="1">
              <a:solidFill>
                <a:schemeClr val="accent1"/>
              </a:solidFill>
              <a:latin typeface="Rubik" pitchFamily="2" charset="-79"/>
              <a:cs typeface="Rubik" pitchFamily="2" charset="-79"/>
            </a:endParaRPr>
          </a:p>
        </p:txBody>
      </p:sp>
      <p:sp>
        <p:nvSpPr>
          <p:cNvPr id="15" name="Tekstvak 14">
            <a:extLst>
              <a:ext uri="{FF2B5EF4-FFF2-40B4-BE49-F238E27FC236}">
                <a16:creationId xmlns:a16="http://schemas.microsoft.com/office/drawing/2014/main" id="{38EE9ACC-8223-5FEF-A1DF-EFFE4FBB9C47}"/>
              </a:ext>
            </a:extLst>
          </p:cNvPr>
          <p:cNvSpPr txBox="1"/>
          <p:nvPr userDrawn="1"/>
        </p:nvSpPr>
        <p:spPr>
          <a:xfrm>
            <a:off x="6454648" y="4189561"/>
            <a:ext cx="359998" cy="461665"/>
          </a:xfrm>
          <a:prstGeom prst="rect">
            <a:avLst/>
          </a:prstGeom>
          <a:noFill/>
        </p:spPr>
        <p:txBody>
          <a:bodyPr wrap="square" rtlCol="0">
            <a:spAutoFit/>
          </a:bodyPr>
          <a:lstStyle/>
          <a:p>
            <a:pPr algn="ctr"/>
            <a:r>
              <a:rPr lang="en-US" sz="2400" b="1">
                <a:solidFill>
                  <a:schemeClr val="accent1"/>
                </a:solidFill>
                <a:latin typeface="Rubik" pitchFamily="2" charset="-79"/>
                <a:cs typeface="Rubik" pitchFamily="2" charset="-79"/>
              </a:rPr>
              <a:t>3</a:t>
            </a:r>
            <a:endParaRPr lang="en-BE" sz="2400" b="1">
              <a:solidFill>
                <a:schemeClr val="accent1"/>
              </a:solidFill>
              <a:latin typeface="Rubik" pitchFamily="2" charset="-79"/>
              <a:cs typeface="Rubik" pitchFamily="2" charset="-79"/>
            </a:endParaRPr>
          </a:p>
        </p:txBody>
      </p:sp>
      <p:sp>
        <p:nvSpPr>
          <p:cNvPr id="17" name="Tekstvak 16">
            <a:extLst>
              <a:ext uri="{FF2B5EF4-FFF2-40B4-BE49-F238E27FC236}">
                <a16:creationId xmlns:a16="http://schemas.microsoft.com/office/drawing/2014/main" id="{5A18B18D-D916-C8C5-D521-24AF069FBE80}"/>
              </a:ext>
            </a:extLst>
          </p:cNvPr>
          <p:cNvSpPr txBox="1"/>
          <p:nvPr userDrawn="1"/>
        </p:nvSpPr>
        <p:spPr>
          <a:xfrm>
            <a:off x="6454648" y="4928617"/>
            <a:ext cx="359998" cy="461665"/>
          </a:xfrm>
          <a:prstGeom prst="rect">
            <a:avLst/>
          </a:prstGeom>
          <a:noFill/>
        </p:spPr>
        <p:txBody>
          <a:bodyPr wrap="square" rtlCol="0">
            <a:spAutoFit/>
          </a:bodyPr>
          <a:lstStyle/>
          <a:p>
            <a:pPr algn="ctr"/>
            <a:r>
              <a:rPr lang="en-US" sz="2400" b="1">
                <a:solidFill>
                  <a:schemeClr val="accent1"/>
                </a:solidFill>
                <a:latin typeface="Rubik" pitchFamily="2" charset="-79"/>
                <a:cs typeface="Rubik" pitchFamily="2" charset="-79"/>
              </a:rPr>
              <a:t>4</a:t>
            </a:r>
            <a:endParaRPr lang="en-BE" sz="2400" b="1">
              <a:solidFill>
                <a:schemeClr val="accent1"/>
              </a:solidFill>
              <a:latin typeface="Rubik" pitchFamily="2" charset="-79"/>
              <a:cs typeface="Rubik" pitchFamily="2" charset="-79"/>
            </a:endParaRPr>
          </a:p>
        </p:txBody>
      </p:sp>
      <p:sp>
        <p:nvSpPr>
          <p:cNvPr id="19" name="Tekstvak 18">
            <a:extLst>
              <a:ext uri="{FF2B5EF4-FFF2-40B4-BE49-F238E27FC236}">
                <a16:creationId xmlns:a16="http://schemas.microsoft.com/office/drawing/2014/main" id="{C30F8B07-1551-ED4E-23B2-A0654E1FC998}"/>
              </a:ext>
            </a:extLst>
          </p:cNvPr>
          <p:cNvSpPr txBox="1"/>
          <p:nvPr userDrawn="1"/>
        </p:nvSpPr>
        <p:spPr>
          <a:xfrm>
            <a:off x="6454648" y="5667673"/>
            <a:ext cx="359998" cy="461665"/>
          </a:xfrm>
          <a:prstGeom prst="rect">
            <a:avLst/>
          </a:prstGeom>
          <a:noFill/>
        </p:spPr>
        <p:txBody>
          <a:bodyPr wrap="square" rtlCol="0">
            <a:spAutoFit/>
          </a:bodyPr>
          <a:lstStyle/>
          <a:p>
            <a:pPr algn="ctr"/>
            <a:r>
              <a:rPr lang="en-US" sz="2400" b="1">
                <a:solidFill>
                  <a:schemeClr val="accent1"/>
                </a:solidFill>
                <a:latin typeface="Rubik" pitchFamily="2" charset="-79"/>
                <a:cs typeface="Rubik" pitchFamily="2" charset="-79"/>
              </a:rPr>
              <a:t>5</a:t>
            </a:r>
            <a:endParaRPr lang="en-BE" sz="2400" b="1">
              <a:solidFill>
                <a:schemeClr val="accent1"/>
              </a:solidFill>
              <a:latin typeface="Rubik" pitchFamily="2" charset="-79"/>
              <a:cs typeface="Rubik" pitchFamily="2" charset="-79"/>
            </a:endParaRPr>
          </a:p>
        </p:txBody>
      </p:sp>
      <p:sp>
        <p:nvSpPr>
          <p:cNvPr id="20" name="Tekstvak 19">
            <a:extLst>
              <a:ext uri="{FF2B5EF4-FFF2-40B4-BE49-F238E27FC236}">
                <a16:creationId xmlns:a16="http://schemas.microsoft.com/office/drawing/2014/main" id="{18E41B95-2918-A5A2-8B68-FD0DDC0B779D}"/>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21" name="Tekstvak 20">
            <a:extLst>
              <a:ext uri="{FF2B5EF4-FFF2-40B4-BE49-F238E27FC236}">
                <a16:creationId xmlns:a16="http://schemas.microsoft.com/office/drawing/2014/main" id="{691437F4-E3D8-CD26-4D69-5C28B8009D05}"/>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22" name="Tijdelijke aanduiding voor dianummer 2">
            <a:extLst>
              <a:ext uri="{FF2B5EF4-FFF2-40B4-BE49-F238E27FC236}">
                <a16:creationId xmlns:a16="http://schemas.microsoft.com/office/drawing/2014/main" id="{E069B11A-6929-90B8-F0E1-C89B0652B64E}"/>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
        <p:nvSpPr>
          <p:cNvPr id="23" name="Tijdelijke aanduiding voor tekst 34">
            <a:extLst>
              <a:ext uri="{FF2B5EF4-FFF2-40B4-BE49-F238E27FC236}">
                <a16:creationId xmlns:a16="http://schemas.microsoft.com/office/drawing/2014/main" id="{77729E97-AC33-03B1-6E21-15D63256A9FD}"/>
              </a:ext>
            </a:extLst>
          </p:cNvPr>
          <p:cNvSpPr>
            <a:spLocks noGrp="1"/>
          </p:cNvSpPr>
          <p:nvPr>
            <p:ph type="body" sz="quarter" idx="19" hasCustomPrompt="1"/>
          </p:nvPr>
        </p:nvSpPr>
        <p:spPr>
          <a:xfrm>
            <a:off x="7006385" y="3450504"/>
            <a:ext cx="4290187" cy="461665"/>
          </a:xfrm>
          <a:noFill/>
        </p:spPr>
        <p:txBody>
          <a:bodyPr wrap="square" lIns="0" anchor="ctr">
            <a:noAutofit/>
          </a:bodyPr>
          <a:lstStyle>
            <a:lvl1pPr marL="0" indent="0">
              <a:buNone/>
              <a:defRPr lang="nl-NL" sz="1600" cap="none" baseline="0" dirty="0">
                <a:solidFill>
                  <a:schemeClr val="accent3"/>
                </a:solidFill>
              </a:defRPr>
            </a:lvl1pPr>
          </a:lstStyle>
          <a:p>
            <a:pPr marL="0" lvl="0" defTabSz="914377" fontAlgn="auto">
              <a:spcAft>
                <a:spcPts val="0"/>
              </a:spcAft>
              <a:buClr>
                <a:prstClr val="white"/>
              </a:buClr>
            </a:pPr>
            <a:r>
              <a:rPr lang="nl-NL"/>
              <a:t>Click </a:t>
            </a:r>
            <a:r>
              <a:rPr lang="nl-NL" err="1"/>
              <a:t>to</a:t>
            </a:r>
            <a:r>
              <a:rPr lang="nl-NL"/>
              <a:t> </a:t>
            </a:r>
            <a:r>
              <a:rPr lang="nl-NL" err="1"/>
              <a:t>add</a:t>
            </a:r>
            <a:r>
              <a:rPr lang="nl-NL"/>
              <a:t> </a:t>
            </a:r>
            <a:r>
              <a:rPr lang="nl-NL" err="1"/>
              <a:t>text</a:t>
            </a:r>
            <a:endParaRPr lang="nl-NL"/>
          </a:p>
        </p:txBody>
      </p:sp>
      <p:sp>
        <p:nvSpPr>
          <p:cNvPr id="24" name="Tijdelijke aanduiding voor tekst 34">
            <a:extLst>
              <a:ext uri="{FF2B5EF4-FFF2-40B4-BE49-F238E27FC236}">
                <a16:creationId xmlns:a16="http://schemas.microsoft.com/office/drawing/2014/main" id="{8C2531EA-5B4D-540F-223B-9B45825FDB13}"/>
              </a:ext>
            </a:extLst>
          </p:cNvPr>
          <p:cNvSpPr>
            <a:spLocks noGrp="1"/>
          </p:cNvSpPr>
          <p:nvPr>
            <p:ph type="body" sz="quarter" idx="20" hasCustomPrompt="1"/>
          </p:nvPr>
        </p:nvSpPr>
        <p:spPr>
          <a:xfrm>
            <a:off x="7006385" y="4189560"/>
            <a:ext cx="4290187" cy="461665"/>
          </a:xfrm>
          <a:noFill/>
        </p:spPr>
        <p:txBody>
          <a:bodyPr wrap="square" lIns="0" anchor="ctr">
            <a:noAutofit/>
          </a:bodyPr>
          <a:lstStyle>
            <a:lvl1pPr marL="0" indent="0">
              <a:buNone/>
              <a:defRPr lang="nl-NL" sz="1600" cap="none" baseline="0" dirty="0">
                <a:solidFill>
                  <a:schemeClr val="accent3"/>
                </a:solidFill>
              </a:defRPr>
            </a:lvl1pPr>
          </a:lstStyle>
          <a:p>
            <a:pPr marL="0" lvl="0" defTabSz="914377" fontAlgn="auto">
              <a:spcAft>
                <a:spcPts val="0"/>
              </a:spcAft>
              <a:buClr>
                <a:prstClr val="white"/>
              </a:buClr>
            </a:pPr>
            <a:r>
              <a:rPr lang="nl-NL"/>
              <a:t>Click </a:t>
            </a:r>
            <a:r>
              <a:rPr lang="nl-NL" err="1"/>
              <a:t>to</a:t>
            </a:r>
            <a:r>
              <a:rPr lang="nl-NL"/>
              <a:t> </a:t>
            </a:r>
            <a:r>
              <a:rPr lang="nl-NL" err="1"/>
              <a:t>add</a:t>
            </a:r>
            <a:r>
              <a:rPr lang="nl-NL"/>
              <a:t> </a:t>
            </a:r>
            <a:r>
              <a:rPr lang="nl-NL" err="1"/>
              <a:t>text</a:t>
            </a:r>
            <a:endParaRPr lang="nl-NL"/>
          </a:p>
        </p:txBody>
      </p:sp>
      <p:sp>
        <p:nvSpPr>
          <p:cNvPr id="25" name="Tijdelijke aanduiding voor tekst 34">
            <a:extLst>
              <a:ext uri="{FF2B5EF4-FFF2-40B4-BE49-F238E27FC236}">
                <a16:creationId xmlns:a16="http://schemas.microsoft.com/office/drawing/2014/main" id="{538EDF76-D3E7-672F-706B-F79FB2637E7F}"/>
              </a:ext>
            </a:extLst>
          </p:cNvPr>
          <p:cNvSpPr>
            <a:spLocks noGrp="1"/>
          </p:cNvSpPr>
          <p:nvPr>
            <p:ph type="body" sz="quarter" idx="21" hasCustomPrompt="1"/>
          </p:nvPr>
        </p:nvSpPr>
        <p:spPr>
          <a:xfrm>
            <a:off x="7006386" y="4928617"/>
            <a:ext cx="4290187" cy="461665"/>
          </a:xfrm>
          <a:noFill/>
        </p:spPr>
        <p:txBody>
          <a:bodyPr wrap="square" lIns="0" anchor="ctr">
            <a:noAutofit/>
          </a:bodyPr>
          <a:lstStyle>
            <a:lvl1pPr marL="0" indent="0">
              <a:buNone/>
              <a:defRPr lang="nl-NL" sz="1600" cap="none" baseline="0" dirty="0">
                <a:solidFill>
                  <a:schemeClr val="accent3"/>
                </a:solidFill>
              </a:defRPr>
            </a:lvl1pPr>
          </a:lstStyle>
          <a:p>
            <a:pPr marL="0" lvl="0" defTabSz="914377" fontAlgn="auto">
              <a:spcAft>
                <a:spcPts val="0"/>
              </a:spcAft>
              <a:buClr>
                <a:prstClr val="white"/>
              </a:buClr>
            </a:pPr>
            <a:r>
              <a:rPr lang="nl-NL"/>
              <a:t>Click </a:t>
            </a:r>
            <a:r>
              <a:rPr lang="nl-NL" err="1"/>
              <a:t>to</a:t>
            </a:r>
            <a:r>
              <a:rPr lang="nl-NL"/>
              <a:t> </a:t>
            </a:r>
            <a:r>
              <a:rPr lang="nl-NL" err="1"/>
              <a:t>add</a:t>
            </a:r>
            <a:r>
              <a:rPr lang="nl-NL"/>
              <a:t> </a:t>
            </a:r>
            <a:r>
              <a:rPr lang="nl-NL" err="1"/>
              <a:t>text</a:t>
            </a:r>
            <a:endParaRPr lang="nl-NL"/>
          </a:p>
        </p:txBody>
      </p:sp>
      <p:sp>
        <p:nvSpPr>
          <p:cNvPr id="26" name="Tijdelijke aanduiding voor tekst 34">
            <a:extLst>
              <a:ext uri="{FF2B5EF4-FFF2-40B4-BE49-F238E27FC236}">
                <a16:creationId xmlns:a16="http://schemas.microsoft.com/office/drawing/2014/main" id="{1FAD6AA2-3144-3C50-51D5-58C1C5694AAE}"/>
              </a:ext>
            </a:extLst>
          </p:cNvPr>
          <p:cNvSpPr>
            <a:spLocks noGrp="1"/>
          </p:cNvSpPr>
          <p:nvPr>
            <p:ph type="body" sz="quarter" idx="22" hasCustomPrompt="1"/>
          </p:nvPr>
        </p:nvSpPr>
        <p:spPr>
          <a:xfrm>
            <a:off x="7006387" y="5668844"/>
            <a:ext cx="4290187" cy="461665"/>
          </a:xfrm>
          <a:noFill/>
        </p:spPr>
        <p:txBody>
          <a:bodyPr wrap="square" lIns="0" anchor="ctr">
            <a:noAutofit/>
          </a:bodyPr>
          <a:lstStyle>
            <a:lvl1pPr marL="0" indent="0">
              <a:buNone/>
              <a:defRPr lang="nl-NL" sz="1600" cap="none" baseline="0" dirty="0">
                <a:solidFill>
                  <a:schemeClr val="accent3"/>
                </a:solidFill>
              </a:defRPr>
            </a:lvl1pPr>
          </a:lstStyle>
          <a:p>
            <a:pPr marL="0" lvl="0" defTabSz="914377" fontAlgn="auto">
              <a:spcAft>
                <a:spcPts val="0"/>
              </a:spcAft>
              <a:buClr>
                <a:prstClr val="white"/>
              </a:buClr>
            </a:pPr>
            <a:r>
              <a:rPr lang="nl-NL"/>
              <a:t>Click </a:t>
            </a:r>
            <a:r>
              <a:rPr lang="nl-NL" err="1"/>
              <a:t>to</a:t>
            </a:r>
            <a:r>
              <a:rPr lang="nl-NL"/>
              <a:t> </a:t>
            </a:r>
            <a:r>
              <a:rPr lang="nl-NL" err="1"/>
              <a:t>add</a:t>
            </a:r>
            <a:r>
              <a:rPr lang="nl-NL"/>
              <a:t> </a:t>
            </a:r>
            <a:r>
              <a:rPr lang="nl-NL" err="1"/>
              <a:t>text</a:t>
            </a:r>
            <a:endParaRPr lang="nl-NL"/>
          </a:p>
        </p:txBody>
      </p:sp>
    </p:spTree>
    <p:extLst>
      <p:ext uri="{BB962C8B-B14F-4D97-AF65-F5344CB8AC3E}">
        <p14:creationId xmlns:p14="http://schemas.microsoft.com/office/powerpoint/2010/main" val="4883756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artners">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10B01E9-4D93-1DBB-0B51-64D37D9416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8030" y="6401635"/>
            <a:ext cx="246094" cy="246094"/>
          </a:xfrm>
          <a:prstGeom prst="rect">
            <a:avLst/>
          </a:prstGeom>
        </p:spPr>
      </p:pic>
      <p:pic>
        <p:nvPicPr>
          <p:cNvPr id="5" name="Afbeelding 10">
            <a:extLst>
              <a:ext uri="{FF2B5EF4-FFF2-40B4-BE49-F238E27FC236}">
                <a16:creationId xmlns:a16="http://schemas.microsoft.com/office/drawing/2014/main" id="{1F82DE8F-DE32-5A02-7FAB-134CBC75C09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4" name="Tijdelijke aanduiding voor tekst 6">
            <a:extLst>
              <a:ext uri="{FF2B5EF4-FFF2-40B4-BE49-F238E27FC236}">
                <a16:creationId xmlns:a16="http://schemas.microsoft.com/office/drawing/2014/main" id="{F98256B2-B33F-CDC4-407F-5E0E5AC382B7}"/>
              </a:ext>
            </a:extLst>
          </p:cNvPr>
          <p:cNvSpPr>
            <a:spLocks noGrp="1"/>
          </p:cNvSpPr>
          <p:nvPr>
            <p:ph type="body" sz="quarter" idx="13" hasCustomPrompt="1"/>
          </p:nvPr>
        </p:nvSpPr>
        <p:spPr>
          <a:xfrm>
            <a:off x="838200" y="1965959"/>
            <a:ext cx="10515601" cy="4129309"/>
          </a:xfrm>
        </p:spPr>
        <p:txBody>
          <a:bodyPr numCol="6" spcCol="36000">
            <a:normAutofit/>
          </a:bodyPr>
          <a:lstStyle>
            <a:lvl1pPr marL="0" marR="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sz="900" b="1" i="0" cap="all" baseline="0">
                <a:latin typeface="Rubik SemiBold" pitchFamily="2" charset="-79"/>
                <a:cs typeface="Rubik SemiBold" pitchFamily="2" charset="-79"/>
              </a:defRPr>
            </a:lvl1pPr>
            <a:lvl2pPr marL="180000" indent="0">
              <a:buNone/>
              <a:defRPr/>
            </a:lvl2pPr>
            <a:lvl3pPr marL="360000" indent="0">
              <a:buNone/>
              <a:defRPr/>
            </a:lvl3pPr>
            <a:lvl4pPr marL="540000" indent="0">
              <a:buNone/>
              <a:defRPr/>
            </a:lvl4pPr>
            <a:lvl5pPr marL="720000" indent="0">
              <a:buNone/>
              <a:defRPr/>
            </a:lvl5pPr>
          </a:lstStyle>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marL="0" marR="0" lvl="0" indent="0" algn="l" defTabSz="914400" rtl="0" eaLnBrk="1" fontAlgn="auto" latinLnBrk="0" hangingPunct="1">
              <a:lnSpc>
                <a:spcPts val="1100"/>
              </a:lnSpc>
              <a:spcBef>
                <a:spcPts val="0"/>
              </a:spcBef>
              <a:spcAft>
                <a:spcPts val="0"/>
              </a:spcAft>
              <a:buClrTx/>
              <a:buSzTx/>
              <a:buFont typeface="Arial" panose="020B0604020202020204" pitchFamily="34" charset="0"/>
              <a:buNone/>
              <a:tabLst/>
              <a:defRPr/>
            </a:pPr>
            <a:r>
              <a:rPr lang="nl-NL"/>
              <a:t>COMPANY NAME</a:t>
            </a:r>
          </a:p>
          <a:p>
            <a:pPr lvl="0"/>
            <a:endParaRPr lang="nl-NL"/>
          </a:p>
        </p:txBody>
      </p:sp>
      <p:sp>
        <p:nvSpPr>
          <p:cNvPr id="10" name="Titel 24">
            <a:extLst>
              <a:ext uri="{FF2B5EF4-FFF2-40B4-BE49-F238E27FC236}">
                <a16:creationId xmlns:a16="http://schemas.microsoft.com/office/drawing/2014/main" id="{F9873073-FA10-56B4-174F-BD9CB770B01D}"/>
              </a:ext>
            </a:extLst>
          </p:cNvPr>
          <p:cNvSpPr>
            <a:spLocks noGrp="1"/>
          </p:cNvSpPr>
          <p:nvPr>
            <p:ph type="title" hasCustomPrompt="1"/>
          </p:nvPr>
        </p:nvSpPr>
        <p:spPr>
          <a:xfrm>
            <a:off x="478119" y="690762"/>
            <a:ext cx="10823182" cy="951493"/>
          </a:xfrm>
          <a:blipFill dpi="0" rotWithShape="1">
            <a:blip>
              <a:extLst>
                <a:ext uri="{96DAC541-7B7A-43D3-8B79-37D633B846F1}">
                  <asvg:svgBlip xmlns:asvg="http://schemas.microsoft.com/office/drawing/2016/SVG/main" r:embed="rId4"/>
                </a:ext>
              </a:extLst>
            </a:blip>
            <a:srcRect/>
            <a:tile tx="0" ty="0" sx="95000" sy="95000" flip="none" algn="tl"/>
          </a:blipFill>
        </p:spPr>
        <p:txBody>
          <a:bodyPr>
            <a:normAutofit/>
          </a:bodyPr>
          <a:lstStyle>
            <a:lvl1pPr marL="720000">
              <a:defRPr sz="3000" b="1" i="0" cap="all" baseline="0">
                <a:solidFill>
                  <a:schemeClr val="tx2"/>
                </a:solidFill>
                <a:latin typeface="Rubik" pitchFamily="2" charset="-79"/>
                <a:cs typeface="Rubik" pitchFamily="2" charset="-79"/>
              </a:defRPr>
            </a:lvl1pPr>
          </a:lstStyle>
          <a:p>
            <a:r>
              <a:rPr lang="nl-NL"/>
              <a:t>Click </a:t>
            </a:r>
            <a:r>
              <a:rPr lang="nl-NL" err="1"/>
              <a:t>to</a:t>
            </a:r>
            <a:r>
              <a:rPr lang="nl-NL"/>
              <a:t> </a:t>
            </a:r>
            <a:r>
              <a:rPr lang="nl-NL" err="1"/>
              <a:t>edit</a:t>
            </a:r>
            <a:r>
              <a:rPr lang="nl-NL"/>
              <a:t> </a:t>
            </a:r>
            <a:r>
              <a:rPr lang="nl-NL" err="1"/>
              <a:t>title</a:t>
            </a:r>
            <a:endParaRPr lang="nl-BE"/>
          </a:p>
        </p:txBody>
      </p:sp>
      <p:sp>
        <p:nvSpPr>
          <p:cNvPr id="11" name="Tekstvak 10">
            <a:extLst>
              <a:ext uri="{FF2B5EF4-FFF2-40B4-BE49-F238E27FC236}">
                <a16:creationId xmlns:a16="http://schemas.microsoft.com/office/drawing/2014/main" id="{F2D2F830-A852-1385-D134-89ACD44A1AA1}"/>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12" name="Tekstvak 11">
            <a:extLst>
              <a:ext uri="{FF2B5EF4-FFF2-40B4-BE49-F238E27FC236}">
                <a16:creationId xmlns:a16="http://schemas.microsoft.com/office/drawing/2014/main" id="{525F6389-E5CF-6B90-EDAF-1BAD5E6E3CC1}"/>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13" name="Tijdelijke aanduiding voor dianummer 2">
            <a:extLst>
              <a:ext uri="{FF2B5EF4-FFF2-40B4-BE49-F238E27FC236}">
                <a16:creationId xmlns:a16="http://schemas.microsoft.com/office/drawing/2014/main" id="{30A0D1B3-78EF-3FD8-210D-4FE99FB79BF2}"/>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accent2"/>
                </a:solidFill>
              </a:rPr>
              <a:pPr/>
              <a:t>‹#›</a:t>
            </a:fld>
            <a:endParaRPr lang="nl-NL">
              <a:solidFill>
                <a:schemeClr val="accent2"/>
              </a:solidFill>
            </a:endParaRPr>
          </a:p>
        </p:txBody>
      </p:sp>
    </p:spTree>
    <p:extLst>
      <p:ext uri="{BB962C8B-B14F-4D97-AF65-F5344CB8AC3E}">
        <p14:creationId xmlns:p14="http://schemas.microsoft.com/office/powerpoint/2010/main" val="23970138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artner logo's">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60BEF4F2-48F6-0A64-8A0E-65F4A31BD9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31098" y="2903873"/>
            <a:ext cx="3335455" cy="340494"/>
          </a:xfrm>
          <a:prstGeom prst="rect">
            <a:avLst/>
          </a:prstGeom>
        </p:spPr>
      </p:pic>
      <p:sp>
        <p:nvSpPr>
          <p:cNvPr id="11" name="Tijdelijke aanduiding voor tekst 34">
            <a:extLst>
              <a:ext uri="{FF2B5EF4-FFF2-40B4-BE49-F238E27FC236}">
                <a16:creationId xmlns:a16="http://schemas.microsoft.com/office/drawing/2014/main" id="{0A32619A-8251-8FEC-2726-303D02DBA915}"/>
              </a:ext>
            </a:extLst>
          </p:cNvPr>
          <p:cNvSpPr>
            <a:spLocks noGrp="1"/>
          </p:cNvSpPr>
          <p:nvPr>
            <p:ph type="body" sz="quarter" idx="52" hasCustomPrompt="1"/>
          </p:nvPr>
        </p:nvSpPr>
        <p:spPr>
          <a:xfrm>
            <a:off x="4618451" y="3419180"/>
            <a:ext cx="2955097" cy="270538"/>
          </a:xfrm>
          <a:solidFill>
            <a:srgbClr val="BFBFBF">
              <a:alpha val="50206"/>
            </a:srgbClr>
          </a:solidFill>
        </p:spPr>
        <p:txBody>
          <a:bodyPr lIns="144000" anchor="t">
            <a:noAutofit/>
          </a:bodyPr>
          <a:lstStyle>
            <a:lvl1pPr marL="0" indent="0" algn="ctr">
              <a:buNone/>
              <a:defRPr lang="nl-NL" sz="1800" b="1" i="0" kern="1200" cap="all" baseline="0" dirty="0" smtClean="0">
                <a:solidFill>
                  <a:schemeClr val="bg2"/>
                </a:solidFill>
                <a:latin typeface="Rubik" pitchFamily="2" charset="-79"/>
                <a:ea typeface="+mn-ea"/>
                <a:cs typeface="Rubik" pitchFamily="2" charset="-79"/>
              </a:defRPr>
            </a:lvl1pPr>
          </a:lstStyle>
          <a:p>
            <a:pPr lvl="0"/>
            <a:r>
              <a:rPr lang="en-GB"/>
              <a:t>PARTNERS</a:t>
            </a:r>
          </a:p>
        </p:txBody>
      </p:sp>
      <p:sp>
        <p:nvSpPr>
          <p:cNvPr id="12" name="Tijdelijke aanduiding voor afbeelding 14">
            <a:extLst>
              <a:ext uri="{FF2B5EF4-FFF2-40B4-BE49-F238E27FC236}">
                <a16:creationId xmlns:a16="http://schemas.microsoft.com/office/drawing/2014/main" id="{FE8270C3-B9D6-764C-D3FA-30815AB647FF}"/>
              </a:ext>
            </a:extLst>
          </p:cNvPr>
          <p:cNvSpPr>
            <a:spLocks noGrp="1"/>
          </p:cNvSpPr>
          <p:nvPr>
            <p:ph type="pic" sz="quarter" idx="10" hasCustomPrompt="1"/>
          </p:nvPr>
        </p:nvSpPr>
        <p:spPr>
          <a:xfrm>
            <a:off x="451077" y="896761"/>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13" name="Tijdelijke aanduiding voor afbeelding 14">
            <a:extLst>
              <a:ext uri="{FF2B5EF4-FFF2-40B4-BE49-F238E27FC236}">
                <a16:creationId xmlns:a16="http://schemas.microsoft.com/office/drawing/2014/main" id="{BF413593-5B2B-3396-78C6-9AE9EA2606BF}"/>
              </a:ext>
            </a:extLst>
          </p:cNvPr>
          <p:cNvSpPr>
            <a:spLocks noGrp="1"/>
          </p:cNvSpPr>
          <p:nvPr>
            <p:ph type="pic" sz="quarter" idx="53" hasCustomPrompt="1"/>
          </p:nvPr>
        </p:nvSpPr>
        <p:spPr>
          <a:xfrm>
            <a:off x="2338848" y="896761"/>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15" name="Tijdelijke aanduiding voor afbeelding 14">
            <a:extLst>
              <a:ext uri="{FF2B5EF4-FFF2-40B4-BE49-F238E27FC236}">
                <a16:creationId xmlns:a16="http://schemas.microsoft.com/office/drawing/2014/main" id="{CE9277DD-2A72-8BFF-F5DB-E355D81490FE}"/>
              </a:ext>
            </a:extLst>
          </p:cNvPr>
          <p:cNvSpPr>
            <a:spLocks noGrp="1"/>
          </p:cNvSpPr>
          <p:nvPr>
            <p:ph type="pic" sz="quarter" idx="54" hasCustomPrompt="1"/>
          </p:nvPr>
        </p:nvSpPr>
        <p:spPr>
          <a:xfrm>
            <a:off x="4226619" y="896761"/>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16" name="Tijdelijke aanduiding voor afbeelding 14">
            <a:extLst>
              <a:ext uri="{FF2B5EF4-FFF2-40B4-BE49-F238E27FC236}">
                <a16:creationId xmlns:a16="http://schemas.microsoft.com/office/drawing/2014/main" id="{9232DEFE-5290-08FB-9692-698A6431832B}"/>
              </a:ext>
            </a:extLst>
          </p:cNvPr>
          <p:cNvSpPr>
            <a:spLocks noGrp="1"/>
          </p:cNvSpPr>
          <p:nvPr>
            <p:ph type="pic" sz="quarter" idx="55" hasCustomPrompt="1"/>
          </p:nvPr>
        </p:nvSpPr>
        <p:spPr>
          <a:xfrm>
            <a:off x="6131040" y="896761"/>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17" name="Tijdelijke aanduiding voor afbeelding 14">
            <a:extLst>
              <a:ext uri="{FF2B5EF4-FFF2-40B4-BE49-F238E27FC236}">
                <a16:creationId xmlns:a16="http://schemas.microsoft.com/office/drawing/2014/main" id="{A2A58B52-FAD6-F5CD-6801-1B39FB283D95}"/>
              </a:ext>
            </a:extLst>
          </p:cNvPr>
          <p:cNvSpPr>
            <a:spLocks noGrp="1"/>
          </p:cNvSpPr>
          <p:nvPr>
            <p:ph type="pic" sz="quarter" idx="56" hasCustomPrompt="1"/>
          </p:nvPr>
        </p:nvSpPr>
        <p:spPr>
          <a:xfrm>
            <a:off x="8035461" y="896761"/>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18" name="Tijdelijke aanduiding voor afbeelding 14">
            <a:extLst>
              <a:ext uri="{FF2B5EF4-FFF2-40B4-BE49-F238E27FC236}">
                <a16:creationId xmlns:a16="http://schemas.microsoft.com/office/drawing/2014/main" id="{31D377D4-E556-3C4C-41EA-7533198FE1AB}"/>
              </a:ext>
            </a:extLst>
          </p:cNvPr>
          <p:cNvSpPr>
            <a:spLocks noGrp="1"/>
          </p:cNvSpPr>
          <p:nvPr>
            <p:ph type="pic" sz="quarter" idx="57" hasCustomPrompt="1"/>
          </p:nvPr>
        </p:nvSpPr>
        <p:spPr>
          <a:xfrm>
            <a:off x="9939882" y="896761"/>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19" name="Tijdelijke aanduiding voor afbeelding 14">
            <a:extLst>
              <a:ext uri="{FF2B5EF4-FFF2-40B4-BE49-F238E27FC236}">
                <a16:creationId xmlns:a16="http://schemas.microsoft.com/office/drawing/2014/main" id="{F28F7DD5-33B7-2699-8BEE-1AAC5909C87F}"/>
              </a:ext>
            </a:extLst>
          </p:cNvPr>
          <p:cNvSpPr>
            <a:spLocks noGrp="1"/>
          </p:cNvSpPr>
          <p:nvPr>
            <p:ph type="pic" sz="quarter" idx="58" hasCustomPrompt="1"/>
          </p:nvPr>
        </p:nvSpPr>
        <p:spPr>
          <a:xfrm>
            <a:off x="451077" y="2209513"/>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20" name="Tijdelijke aanduiding voor afbeelding 14">
            <a:extLst>
              <a:ext uri="{FF2B5EF4-FFF2-40B4-BE49-F238E27FC236}">
                <a16:creationId xmlns:a16="http://schemas.microsoft.com/office/drawing/2014/main" id="{DE36565B-A58D-2155-FC24-6C1A1D6BFD77}"/>
              </a:ext>
            </a:extLst>
          </p:cNvPr>
          <p:cNvSpPr>
            <a:spLocks noGrp="1"/>
          </p:cNvSpPr>
          <p:nvPr>
            <p:ph type="pic" sz="quarter" idx="59" hasCustomPrompt="1"/>
          </p:nvPr>
        </p:nvSpPr>
        <p:spPr>
          <a:xfrm>
            <a:off x="2338848" y="2209513"/>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21" name="Tijdelijke aanduiding voor afbeelding 14">
            <a:extLst>
              <a:ext uri="{FF2B5EF4-FFF2-40B4-BE49-F238E27FC236}">
                <a16:creationId xmlns:a16="http://schemas.microsoft.com/office/drawing/2014/main" id="{563BB5BD-2BBE-5412-FBDD-C6F291AF8517}"/>
              </a:ext>
            </a:extLst>
          </p:cNvPr>
          <p:cNvSpPr>
            <a:spLocks noGrp="1"/>
          </p:cNvSpPr>
          <p:nvPr>
            <p:ph type="pic" sz="quarter" idx="60" hasCustomPrompt="1"/>
          </p:nvPr>
        </p:nvSpPr>
        <p:spPr>
          <a:xfrm>
            <a:off x="8035461" y="2209513"/>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22" name="Tijdelijke aanduiding voor afbeelding 14">
            <a:extLst>
              <a:ext uri="{FF2B5EF4-FFF2-40B4-BE49-F238E27FC236}">
                <a16:creationId xmlns:a16="http://schemas.microsoft.com/office/drawing/2014/main" id="{4058008B-0748-BCEF-9EE2-897FE274B2D7}"/>
              </a:ext>
            </a:extLst>
          </p:cNvPr>
          <p:cNvSpPr>
            <a:spLocks noGrp="1"/>
          </p:cNvSpPr>
          <p:nvPr>
            <p:ph type="pic" sz="quarter" idx="61" hasCustomPrompt="1"/>
          </p:nvPr>
        </p:nvSpPr>
        <p:spPr>
          <a:xfrm>
            <a:off x="9939882" y="2209513"/>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23" name="Tijdelijke aanduiding voor afbeelding 14">
            <a:extLst>
              <a:ext uri="{FF2B5EF4-FFF2-40B4-BE49-F238E27FC236}">
                <a16:creationId xmlns:a16="http://schemas.microsoft.com/office/drawing/2014/main" id="{97B9B3E5-468A-03A3-FAAE-9F74C7C7B475}"/>
              </a:ext>
            </a:extLst>
          </p:cNvPr>
          <p:cNvSpPr>
            <a:spLocks noGrp="1"/>
          </p:cNvSpPr>
          <p:nvPr>
            <p:ph type="pic" sz="quarter" idx="62" hasCustomPrompt="1"/>
          </p:nvPr>
        </p:nvSpPr>
        <p:spPr>
          <a:xfrm>
            <a:off x="451077" y="3504159"/>
            <a:ext cx="1801041" cy="1195386"/>
          </a:xfrm>
          <a:solidFill>
            <a:srgbClr val="BFBFBF">
              <a:alpha val="50206"/>
            </a:srgbClr>
          </a:solidFill>
        </p:spPr>
        <p:txBody>
          <a:bodyPr anchor="t">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r>
              <a:rPr lang="en-GB"/>
              <a:t>Click icon </a:t>
            </a:r>
            <a:br>
              <a:rPr lang="en-GB"/>
            </a:br>
            <a:r>
              <a:rPr lang="en-GB"/>
              <a:t>to add picture</a:t>
            </a:r>
            <a:endParaRPr lang="nl-BE"/>
          </a:p>
        </p:txBody>
      </p:sp>
      <p:sp>
        <p:nvSpPr>
          <p:cNvPr id="24" name="Tijdelijke aanduiding voor afbeelding 14">
            <a:extLst>
              <a:ext uri="{FF2B5EF4-FFF2-40B4-BE49-F238E27FC236}">
                <a16:creationId xmlns:a16="http://schemas.microsoft.com/office/drawing/2014/main" id="{75A386F9-06BD-B826-BE0E-6F9DADA28364}"/>
              </a:ext>
            </a:extLst>
          </p:cNvPr>
          <p:cNvSpPr>
            <a:spLocks noGrp="1"/>
          </p:cNvSpPr>
          <p:nvPr>
            <p:ph type="pic" sz="quarter" idx="63" hasCustomPrompt="1"/>
          </p:nvPr>
        </p:nvSpPr>
        <p:spPr>
          <a:xfrm>
            <a:off x="2338848" y="3504159"/>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25" name="Tijdelijke aanduiding voor afbeelding 14">
            <a:extLst>
              <a:ext uri="{FF2B5EF4-FFF2-40B4-BE49-F238E27FC236}">
                <a16:creationId xmlns:a16="http://schemas.microsoft.com/office/drawing/2014/main" id="{CEFD4F5A-C466-EDD4-7793-739F5620DD72}"/>
              </a:ext>
            </a:extLst>
          </p:cNvPr>
          <p:cNvSpPr>
            <a:spLocks noGrp="1"/>
          </p:cNvSpPr>
          <p:nvPr>
            <p:ph type="pic" sz="quarter" idx="64" hasCustomPrompt="1"/>
          </p:nvPr>
        </p:nvSpPr>
        <p:spPr>
          <a:xfrm>
            <a:off x="8035461" y="3504159"/>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26" name="Tijdelijke aanduiding voor afbeelding 14">
            <a:extLst>
              <a:ext uri="{FF2B5EF4-FFF2-40B4-BE49-F238E27FC236}">
                <a16:creationId xmlns:a16="http://schemas.microsoft.com/office/drawing/2014/main" id="{23E9ED5D-AB36-C062-6386-CD4CC2EF5679}"/>
              </a:ext>
            </a:extLst>
          </p:cNvPr>
          <p:cNvSpPr>
            <a:spLocks noGrp="1"/>
          </p:cNvSpPr>
          <p:nvPr>
            <p:ph type="pic" sz="quarter" idx="65" hasCustomPrompt="1"/>
          </p:nvPr>
        </p:nvSpPr>
        <p:spPr>
          <a:xfrm>
            <a:off x="9939882" y="3504159"/>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27" name="Tijdelijke aanduiding voor afbeelding 14">
            <a:extLst>
              <a:ext uri="{FF2B5EF4-FFF2-40B4-BE49-F238E27FC236}">
                <a16:creationId xmlns:a16="http://schemas.microsoft.com/office/drawing/2014/main" id="{447BB15F-75A0-35AE-E986-6D262B4F21B5}"/>
              </a:ext>
            </a:extLst>
          </p:cNvPr>
          <p:cNvSpPr>
            <a:spLocks noGrp="1"/>
          </p:cNvSpPr>
          <p:nvPr>
            <p:ph type="pic" sz="quarter" idx="66" hasCustomPrompt="1"/>
          </p:nvPr>
        </p:nvSpPr>
        <p:spPr>
          <a:xfrm>
            <a:off x="451077" y="4798804"/>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28" name="Tijdelijke aanduiding voor afbeelding 14">
            <a:extLst>
              <a:ext uri="{FF2B5EF4-FFF2-40B4-BE49-F238E27FC236}">
                <a16:creationId xmlns:a16="http://schemas.microsoft.com/office/drawing/2014/main" id="{254D10C0-7517-9F55-957C-413B46771801}"/>
              </a:ext>
            </a:extLst>
          </p:cNvPr>
          <p:cNvSpPr>
            <a:spLocks noGrp="1"/>
          </p:cNvSpPr>
          <p:nvPr>
            <p:ph type="pic" sz="quarter" idx="67" hasCustomPrompt="1"/>
          </p:nvPr>
        </p:nvSpPr>
        <p:spPr>
          <a:xfrm>
            <a:off x="2338848" y="4798804"/>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29" name="Tijdelijke aanduiding voor afbeelding 14">
            <a:extLst>
              <a:ext uri="{FF2B5EF4-FFF2-40B4-BE49-F238E27FC236}">
                <a16:creationId xmlns:a16="http://schemas.microsoft.com/office/drawing/2014/main" id="{5E760B76-3751-34DC-1B4A-EC60C8D6C9C3}"/>
              </a:ext>
            </a:extLst>
          </p:cNvPr>
          <p:cNvSpPr>
            <a:spLocks noGrp="1"/>
          </p:cNvSpPr>
          <p:nvPr>
            <p:ph type="pic" sz="quarter" idx="68" hasCustomPrompt="1"/>
          </p:nvPr>
        </p:nvSpPr>
        <p:spPr>
          <a:xfrm>
            <a:off x="4226619" y="4798804"/>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30" name="Tijdelijke aanduiding voor afbeelding 14">
            <a:extLst>
              <a:ext uri="{FF2B5EF4-FFF2-40B4-BE49-F238E27FC236}">
                <a16:creationId xmlns:a16="http://schemas.microsoft.com/office/drawing/2014/main" id="{EAD92AC9-9E64-A944-CD6C-A98F1723B73D}"/>
              </a:ext>
            </a:extLst>
          </p:cNvPr>
          <p:cNvSpPr>
            <a:spLocks noGrp="1"/>
          </p:cNvSpPr>
          <p:nvPr>
            <p:ph type="pic" sz="quarter" idx="69" hasCustomPrompt="1"/>
          </p:nvPr>
        </p:nvSpPr>
        <p:spPr>
          <a:xfrm>
            <a:off x="6131040" y="4798804"/>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31" name="Tijdelijke aanduiding voor afbeelding 14">
            <a:extLst>
              <a:ext uri="{FF2B5EF4-FFF2-40B4-BE49-F238E27FC236}">
                <a16:creationId xmlns:a16="http://schemas.microsoft.com/office/drawing/2014/main" id="{78920215-F3BC-810C-CF6B-1950660053F9}"/>
              </a:ext>
            </a:extLst>
          </p:cNvPr>
          <p:cNvSpPr>
            <a:spLocks noGrp="1"/>
          </p:cNvSpPr>
          <p:nvPr>
            <p:ph type="pic" sz="quarter" idx="70" hasCustomPrompt="1"/>
          </p:nvPr>
        </p:nvSpPr>
        <p:spPr>
          <a:xfrm>
            <a:off x="8035461" y="4798804"/>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32" name="Tijdelijke aanduiding voor afbeelding 14">
            <a:extLst>
              <a:ext uri="{FF2B5EF4-FFF2-40B4-BE49-F238E27FC236}">
                <a16:creationId xmlns:a16="http://schemas.microsoft.com/office/drawing/2014/main" id="{06DE35F5-12E9-C834-2C20-12D544D12F07}"/>
              </a:ext>
            </a:extLst>
          </p:cNvPr>
          <p:cNvSpPr>
            <a:spLocks noGrp="1"/>
          </p:cNvSpPr>
          <p:nvPr>
            <p:ph type="pic" sz="quarter" idx="71" hasCustomPrompt="1"/>
          </p:nvPr>
        </p:nvSpPr>
        <p:spPr>
          <a:xfrm>
            <a:off x="9939882" y="4798804"/>
            <a:ext cx="1801041" cy="1195386"/>
          </a:xfrm>
          <a:solidFill>
            <a:srgbClr val="BFBFBF">
              <a:alpha val="50206"/>
            </a:srgbClr>
          </a:solidFill>
        </p:spPr>
        <p:txBody>
          <a:bodyPr anchor="t">
            <a:normAutofit/>
          </a:bodyPr>
          <a:lstStyle>
            <a:lvl1pPr marL="0" indent="0" algn="ctr">
              <a:buNone/>
              <a:defRPr sz="1200"/>
            </a:lvl1pPr>
          </a:lstStyle>
          <a:p>
            <a:r>
              <a:rPr lang="en-GB"/>
              <a:t>Click icon </a:t>
            </a:r>
            <a:br>
              <a:rPr lang="en-GB"/>
            </a:br>
            <a:r>
              <a:rPr lang="en-GB"/>
              <a:t>to add picture</a:t>
            </a:r>
            <a:endParaRPr lang="nl-BE"/>
          </a:p>
        </p:txBody>
      </p:sp>
      <p:sp>
        <p:nvSpPr>
          <p:cNvPr id="2" name="Tekstvak 1">
            <a:extLst>
              <a:ext uri="{FF2B5EF4-FFF2-40B4-BE49-F238E27FC236}">
                <a16:creationId xmlns:a16="http://schemas.microsoft.com/office/drawing/2014/main" id="{1FF405AB-0F0C-D89C-8DCD-EBFE93ECE04F}"/>
              </a:ext>
            </a:extLst>
          </p:cNvPr>
          <p:cNvSpPr txBox="1"/>
          <p:nvPr userDrawn="1"/>
        </p:nvSpPr>
        <p:spPr>
          <a:xfrm>
            <a:off x="189770" y="241607"/>
            <a:ext cx="52266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800" kern="1200" baseline="0">
                <a:solidFill>
                  <a:schemeClr val="accent2"/>
                </a:solidFill>
                <a:latin typeface="+mn-lt"/>
              </a:rPr>
              <a:t>SUPPORTING COMPANIES TO BE COMPETITIVE</a:t>
            </a:r>
          </a:p>
        </p:txBody>
      </p:sp>
      <p:sp>
        <p:nvSpPr>
          <p:cNvPr id="4" name="Tekstvak 3">
            <a:extLst>
              <a:ext uri="{FF2B5EF4-FFF2-40B4-BE49-F238E27FC236}">
                <a16:creationId xmlns:a16="http://schemas.microsoft.com/office/drawing/2014/main" id="{517A2392-3F93-FEE2-ECE2-3CAA5FECCB86}"/>
              </a:ext>
            </a:extLst>
          </p:cNvPr>
          <p:cNvSpPr txBox="1"/>
          <p:nvPr userDrawn="1"/>
        </p:nvSpPr>
        <p:spPr>
          <a:xfrm>
            <a:off x="6775597" y="240895"/>
            <a:ext cx="5226635" cy="215444"/>
          </a:xfrm>
          <a:prstGeom prst="rect">
            <a:avLst/>
          </a:prstGeom>
          <a:noFill/>
        </p:spPr>
        <p:txBody>
          <a:bodyPr wrap="square" rtlCol="0">
            <a:spAutoFit/>
          </a:bodyPr>
          <a:lstStyle/>
          <a:p>
            <a:pPr lvl="0" algn="r"/>
            <a:r>
              <a:rPr lang="nl-NL" sz="800">
                <a:solidFill>
                  <a:schemeClr val="accent2"/>
                </a:solidFill>
              </a:rPr>
              <a:t>IN A DIGITAL AND SUSTAINABLE WORLD</a:t>
            </a:r>
            <a:endParaRPr lang="nl-BE" sz="800">
              <a:solidFill>
                <a:schemeClr val="accent2"/>
              </a:solidFill>
            </a:endParaRPr>
          </a:p>
        </p:txBody>
      </p:sp>
      <p:sp>
        <p:nvSpPr>
          <p:cNvPr id="5" name="Tijdelijke aanduiding voor dianummer 2">
            <a:extLst>
              <a:ext uri="{FF2B5EF4-FFF2-40B4-BE49-F238E27FC236}">
                <a16:creationId xmlns:a16="http://schemas.microsoft.com/office/drawing/2014/main" id="{65CF2607-F33E-793C-E42B-D003920C8BD5}"/>
              </a:ext>
            </a:extLst>
          </p:cNvPr>
          <p:cNvSpPr txBox="1">
            <a:spLocks/>
          </p:cNvSpPr>
          <p:nvPr userDrawn="1"/>
        </p:nvSpPr>
        <p:spPr>
          <a:xfrm>
            <a:off x="11020070" y="6401635"/>
            <a:ext cx="982162" cy="365125"/>
          </a:xfrm>
          <a:prstGeom prst="rect">
            <a:avLst/>
          </a:prstGeom>
        </p:spPr>
        <p:txBody>
          <a:bodyPr vert="horz" lIns="91440" tIns="45720" rIns="91440" bIns="45720" rtlCol="0" anchor="ctr"/>
          <a:lstStyle>
            <a:defPPr>
              <a:defRPr lang="nl-B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F0F8F7-32FC-4374-ABF8-A7E9888C7A79}" type="slidenum">
              <a:rPr lang="nl-NL" smtClean="0">
                <a:solidFill>
                  <a:schemeClr val="bg1"/>
                </a:solidFill>
              </a:rPr>
              <a:pPr/>
              <a:t>‹#›</a:t>
            </a:fld>
            <a:endParaRPr lang="nl-NL">
              <a:solidFill>
                <a:schemeClr val="bg1"/>
              </a:solidFill>
            </a:endParaRPr>
          </a:p>
        </p:txBody>
      </p:sp>
      <p:pic>
        <p:nvPicPr>
          <p:cNvPr id="14" name="Graphic 13">
            <a:extLst>
              <a:ext uri="{FF2B5EF4-FFF2-40B4-BE49-F238E27FC236}">
                <a16:creationId xmlns:a16="http://schemas.microsoft.com/office/drawing/2014/main" id="{E9554556-FEE7-D4C9-164C-61DCF4DF614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8030" y="6401635"/>
            <a:ext cx="246094" cy="246094"/>
          </a:xfrm>
          <a:prstGeom prst="rect">
            <a:avLst/>
          </a:prstGeom>
        </p:spPr>
      </p:pic>
    </p:spTree>
    <p:extLst>
      <p:ext uri="{BB962C8B-B14F-4D97-AF65-F5344CB8AC3E}">
        <p14:creationId xmlns:p14="http://schemas.microsoft.com/office/powerpoint/2010/main" val="37854011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accent2"/>
        </a:solidFill>
        <a:effectLst/>
      </p:bgPr>
    </p:bg>
    <p:spTree>
      <p:nvGrpSpPr>
        <p:cNvPr id="1" name=""/>
        <p:cNvGrpSpPr/>
        <p:nvPr/>
      </p:nvGrpSpPr>
      <p:grpSpPr>
        <a:xfrm>
          <a:off x="0" y="0"/>
          <a:ext cx="0" cy="0"/>
          <a:chOff x="0" y="0"/>
          <a:chExt cx="0" cy="0"/>
        </a:xfrm>
      </p:grpSpPr>
      <p:pic>
        <p:nvPicPr>
          <p:cNvPr id="20" name="Picture 7" descr="A blue circle with black background&#10;&#10;AI-generated content may be incorrect.">
            <a:extLst>
              <a:ext uri="{FF2B5EF4-FFF2-40B4-BE49-F238E27FC236}">
                <a16:creationId xmlns:a16="http://schemas.microsoft.com/office/drawing/2014/main" id="{A63ED731-FE09-AD60-71A3-74B050339CB5}"/>
              </a:ext>
            </a:extLst>
          </p:cNvPr>
          <p:cNvPicPr>
            <a:picLocks noChangeAspect="1"/>
          </p:cNvPicPr>
          <p:nvPr userDrawn="1"/>
        </p:nvPicPr>
        <p:blipFill>
          <a:blip r:embed="rId2"/>
          <a:stretch>
            <a:fillRect/>
          </a:stretch>
        </p:blipFill>
        <p:spPr>
          <a:xfrm>
            <a:off x="716404" y="1854769"/>
            <a:ext cx="1315810" cy="1319797"/>
          </a:xfrm>
          <a:prstGeom prst="rect">
            <a:avLst/>
          </a:prstGeom>
        </p:spPr>
      </p:pic>
      <p:sp>
        <p:nvSpPr>
          <p:cNvPr id="11" name="Ondertitel 3">
            <a:extLst>
              <a:ext uri="{FF2B5EF4-FFF2-40B4-BE49-F238E27FC236}">
                <a16:creationId xmlns:a16="http://schemas.microsoft.com/office/drawing/2014/main" id="{2C74D0F0-8835-F3A5-C87E-10C434E7F2C4}"/>
              </a:ext>
            </a:extLst>
          </p:cNvPr>
          <p:cNvSpPr>
            <a:spLocks noGrp="1"/>
          </p:cNvSpPr>
          <p:nvPr>
            <p:ph type="subTitle" idx="1" hasCustomPrompt="1"/>
          </p:nvPr>
        </p:nvSpPr>
        <p:spPr>
          <a:xfrm>
            <a:off x="1220400" y="3429000"/>
            <a:ext cx="5278371" cy="421781"/>
          </a:xfrm>
        </p:spPr>
        <p:txBody>
          <a:bodyPr/>
          <a:lstStyle>
            <a:lvl1pPr marL="0" indent="0">
              <a:buNone/>
              <a:defRPr b="1" i="0">
                <a:latin typeface="Rubik" pitchFamily="2" charset="-79"/>
                <a:cs typeface="Rubik" pitchFamily="2" charset="-79"/>
              </a:defRPr>
            </a:lvl1pPr>
          </a:lstStyle>
          <a:p>
            <a:r>
              <a:rPr lang="nl-NL"/>
              <a:t>Click </a:t>
            </a:r>
            <a:r>
              <a:rPr lang="nl-NL" err="1"/>
              <a:t>to</a:t>
            </a:r>
            <a:r>
              <a:rPr lang="nl-NL"/>
              <a:t> </a:t>
            </a:r>
            <a:r>
              <a:rPr lang="nl-NL" err="1"/>
              <a:t>add</a:t>
            </a:r>
            <a:r>
              <a:rPr lang="nl-NL"/>
              <a:t> </a:t>
            </a:r>
            <a:r>
              <a:rPr lang="nl-NL" err="1"/>
              <a:t>subtitle</a:t>
            </a:r>
            <a:r>
              <a:rPr lang="nl-NL"/>
              <a:t> or </a:t>
            </a:r>
            <a:r>
              <a:rPr lang="nl-NL" err="1"/>
              <a:t>final</a:t>
            </a:r>
            <a:r>
              <a:rPr lang="nl-NL"/>
              <a:t> </a:t>
            </a:r>
            <a:r>
              <a:rPr lang="nl-NL" err="1"/>
              <a:t>key</a:t>
            </a:r>
            <a:r>
              <a:rPr lang="nl-NL"/>
              <a:t> point</a:t>
            </a:r>
            <a:endParaRPr lang="nl-BE"/>
          </a:p>
        </p:txBody>
      </p:sp>
      <p:pic>
        <p:nvPicPr>
          <p:cNvPr id="12" name="Tijdelijke aanduiding voor afbeelding 7">
            <a:extLst>
              <a:ext uri="{FF2B5EF4-FFF2-40B4-BE49-F238E27FC236}">
                <a16:creationId xmlns:a16="http://schemas.microsoft.com/office/drawing/2014/main" id="{7FF25BBF-BA65-59E4-F6EE-B28FCB0BC14C}"/>
              </a:ext>
            </a:extLst>
          </p:cNvPr>
          <p:cNvPicPr>
            <a:picLocks noChangeAspect="1"/>
          </p:cNvPicPr>
          <p:nvPr userDrawn="1"/>
        </p:nvPicPr>
        <p:blipFill>
          <a:blip>
            <a:extLst>
              <a:ext uri="{96DAC541-7B7A-43D3-8B79-37D633B846F1}">
                <asvg:svgBlip xmlns:asvg="http://schemas.microsoft.com/office/drawing/2016/SVG/main" r:embed="rId3"/>
              </a:ext>
            </a:extLst>
          </a:blip>
          <a:srcRect l="150" r="150"/>
          <a:stretch/>
        </p:blipFill>
        <p:spPr>
          <a:xfrm>
            <a:off x="1220400" y="547160"/>
            <a:ext cx="2589169" cy="265642"/>
          </a:xfrm>
          <a:prstGeom prst="rect">
            <a:avLst/>
          </a:prstGeom>
        </p:spPr>
      </p:pic>
      <p:pic>
        <p:nvPicPr>
          <p:cNvPr id="17" name="Tijdelijke aanduiding voor afbeelding 32">
            <a:extLst>
              <a:ext uri="{FF2B5EF4-FFF2-40B4-BE49-F238E27FC236}">
                <a16:creationId xmlns:a16="http://schemas.microsoft.com/office/drawing/2014/main" id="{B27796AA-5441-7775-DE17-4AA16931322D}"/>
              </a:ext>
            </a:extLst>
          </p:cNvPr>
          <p:cNvPicPr>
            <a:picLocks noChangeAspect="1"/>
          </p:cNvPicPr>
          <p:nvPr userDrawn="1"/>
        </p:nvPicPr>
        <p:blipFill>
          <a:blip>
            <a:extLst>
              <a:ext uri="{96DAC541-7B7A-43D3-8B79-37D633B846F1}">
                <asvg:svgBlip xmlns:asvg="http://schemas.microsoft.com/office/drawing/2016/SVG/main" r:embed="rId4"/>
              </a:ext>
            </a:extLst>
          </a:blip>
          <a:srcRect t="321" b="321"/>
          <a:stretch/>
        </p:blipFill>
        <p:spPr>
          <a:xfrm>
            <a:off x="328031" y="6401635"/>
            <a:ext cx="247550" cy="246094"/>
          </a:xfrm>
          <a:prstGeom prst="rect">
            <a:avLst/>
          </a:prstGeom>
        </p:spPr>
      </p:pic>
      <p:sp>
        <p:nvSpPr>
          <p:cNvPr id="18" name="Text Placeholder 91">
            <a:extLst>
              <a:ext uri="{FF2B5EF4-FFF2-40B4-BE49-F238E27FC236}">
                <a16:creationId xmlns:a16="http://schemas.microsoft.com/office/drawing/2014/main" id="{05FC77FB-302F-A68D-8A80-B38814831A15}"/>
              </a:ext>
            </a:extLst>
          </p:cNvPr>
          <p:cNvSpPr>
            <a:spLocks noGrp="1"/>
          </p:cNvSpPr>
          <p:nvPr>
            <p:ph type="body" sz="quarter" idx="33" hasCustomPrompt="1"/>
          </p:nvPr>
        </p:nvSpPr>
        <p:spPr>
          <a:xfrm>
            <a:off x="1182918" y="5536331"/>
            <a:ext cx="5245768" cy="645316"/>
          </a:xfrm>
        </p:spPr>
        <p:txBody>
          <a:bodyPr lIns="0" anchor="b">
            <a:normAutofit/>
          </a:bodyPr>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400" b="0" i="0" cap="all" baseline="0">
                <a:solidFill>
                  <a:schemeClr val="bg1"/>
                </a:solidFill>
                <a:latin typeface="Rubik Light" pitchFamily="2" charset="-79"/>
                <a:cs typeface="Rubik Light" pitchFamily="2" charset="-79"/>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nl-NL"/>
              <a:t>NAME OF THE PRESENTER  |  </a:t>
            </a:r>
            <a:r>
              <a:rPr lang="nl-BE"/>
              <a:t>PURPOSE</a:t>
            </a:r>
            <a:br>
              <a:rPr lang="nl-BE"/>
            </a:br>
            <a:r>
              <a:rPr lang="nl-NL"/>
              <a:t>LOCATION   |  </a:t>
            </a:r>
            <a:r>
              <a:rPr lang="nl-BE"/>
              <a:t>00/00/2025</a:t>
            </a:r>
            <a:endParaRPr lang="nl-NL"/>
          </a:p>
        </p:txBody>
      </p:sp>
      <p:sp>
        <p:nvSpPr>
          <p:cNvPr id="19" name="Tijdelijke aanduiding voor afbeelding 6">
            <a:extLst>
              <a:ext uri="{FF2B5EF4-FFF2-40B4-BE49-F238E27FC236}">
                <a16:creationId xmlns:a16="http://schemas.microsoft.com/office/drawing/2014/main" id="{219F72B1-D727-E711-8C31-619E13D11BD0}"/>
              </a:ext>
            </a:extLst>
          </p:cNvPr>
          <p:cNvSpPr>
            <a:spLocks noGrp="1"/>
          </p:cNvSpPr>
          <p:nvPr>
            <p:ph type="pic" sz="quarter" idx="16" hasCustomPrompt="1"/>
          </p:nvPr>
        </p:nvSpPr>
        <p:spPr>
          <a:xfrm>
            <a:off x="6720406" y="1173079"/>
            <a:ext cx="4472829" cy="4511843"/>
          </a:xfrm>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p:spPr>
        <p:txBody>
          <a:bodyPr wrap="square">
            <a:noAutofit/>
          </a:bodyPr>
          <a:lstStyle>
            <a:lvl1pPr marL="0" indent="0" algn="ctr">
              <a:buNone/>
              <a:defRPr sz="1200"/>
            </a:lvl1pPr>
          </a:lstStyle>
          <a:p>
            <a:r>
              <a:rPr lang="nl-NL"/>
              <a:t>Click </a:t>
            </a:r>
            <a:r>
              <a:rPr lang="nl-NL" err="1"/>
              <a:t>to</a:t>
            </a:r>
            <a:r>
              <a:rPr lang="nl-NL"/>
              <a:t> </a:t>
            </a:r>
            <a:r>
              <a:rPr lang="nl-NL" err="1"/>
              <a:t>add</a:t>
            </a:r>
            <a:r>
              <a:rPr lang="nl-NL"/>
              <a:t> image</a:t>
            </a:r>
            <a:endParaRPr lang="nl-BE"/>
          </a:p>
        </p:txBody>
      </p:sp>
      <p:sp>
        <p:nvSpPr>
          <p:cNvPr id="2" name="Tekstvak 1">
            <a:extLst>
              <a:ext uri="{FF2B5EF4-FFF2-40B4-BE49-F238E27FC236}">
                <a16:creationId xmlns:a16="http://schemas.microsoft.com/office/drawing/2014/main" id="{40F1B636-315B-DF9B-0286-C22F904D3E69}"/>
              </a:ext>
            </a:extLst>
          </p:cNvPr>
          <p:cNvSpPr txBox="1"/>
          <p:nvPr userDrawn="1"/>
        </p:nvSpPr>
        <p:spPr>
          <a:xfrm>
            <a:off x="1182918" y="2782669"/>
            <a:ext cx="4686300" cy="646331"/>
          </a:xfrm>
          <a:prstGeom prst="rect">
            <a:avLst/>
          </a:prstGeom>
          <a:noFill/>
        </p:spPr>
        <p:txBody>
          <a:bodyPr wrap="square" rtlCol="0">
            <a:spAutoFit/>
          </a:bodyPr>
          <a:lstStyle/>
          <a:p>
            <a:r>
              <a:rPr lang="nl-BE" sz="3600" b="1">
                <a:solidFill>
                  <a:schemeClr val="bg1"/>
                </a:solidFill>
                <a:latin typeface="Rubik" pitchFamily="2" charset="-79"/>
                <a:cs typeface="Rubik" pitchFamily="2" charset="-79"/>
              </a:rPr>
              <a:t>THANK YOU</a:t>
            </a:r>
            <a:endParaRPr lang="en-BE" sz="3600" b="1">
              <a:solidFill>
                <a:schemeClr val="bg1"/>
              </a:solidFill>
              <a:latin typeface="Rubik" pitchFamily="2" charset="-79"/>
              <a:cs typeface="Rubik" pitchFamily="2" charset="-79"/>
            </a:endParaRPr>
          </a:p>
        </p:txBody>
      </p:sp>
    </p:spTree>
    <p:extLst>
      <p:ext uri="{BB962C8B-B14F-4D97-AF65-F5344CB8AC3E}">
        <p14:creationId xmlns:p14="http://schemas.microsoft.com/office/powerpoint/2010/main" val="23821056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1_Hoe werk je met deze template?">
    <p:spTree>
      <p:nvGrpSpPr>
        <p:cNvPr id="1" name=""/>
        <p:cNvGrpSpPr/>
        <p:nvPr/>
      </p:nvGrpSpPr>
      <p:grpSpPr>
        <a:xfrm>
          <a:off x="0" y="0"/>
          <a:ext cx="0" cy="0"/>
          <a:chOff x="0" y="0"/>
          <a:chExt cx="0" cy="0"/>
        </a:xfrm>
      </p:grpSpPr>
      <p:sp>
        <p:nvSpPr>
          <p:cNvPr id="102" name="Rechthoek 101">
            <a:extLst>
              <a:ext uri="{FF2B5EF4-FFF2-40B4-BE49-F238E27FC236}">
                <a16:creationId xmlns:a16="http://schemas.microsoft.com/office/drawing/2014/main" id="{2D54E909-E1CB-5806-19E3-793CB398B2D0}"/>
              </a:ext>
            </a:extLst>
          </p:cNvPr>
          <p:cNvSpPr/>
          <p:nvPr/>
        </p:nvSpPr>
        <p:spPr>
          <a:xfrm>
            <a:off x="571716" y="569811"/>
            <a:ext cx="11048784" cy="57166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7" name="Rechthoek 106">
            <a:extLst>
              <a:ext uri="{FF2B5EF4-FFF2-40B4-BE49-F238E27FC236}">
                <a16:creationId xmlns:a16="http://schemas.microsoft.com/office/drawing/2014/main" id="{BB59ED44-EAF1-E771-EFAF-B9DFBA09D898}"/>
              </a:ext>
            </a:extLst>
          </p:cNvPr>
          <p:cNvSpPr/>
          <p:nvPr/>
        </p:nvSpPr>
        <p:spPr>
          <a:xfrm>
            <a:off x="888887" y="987745"/>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a:solidFill>
                  <a:schemeClr val="accent1"/>
                </a:solidFill>
                <a:latin typeface="+mj-lt"/>
                <a:ea typeface="+mn-ea"/>
                <a:cs typeface="+mn-cs"/>
              </a:rPr>
              <a:t>Tekst niveaus</a:t>
            </a:r>
          </a:p>
        </p:txBody>
      </p:sp>
      <p:sp>
        <p:nvSpPr>
          <p:cNvPr id="108" name="Textfield placeholder">
            <a:extLst>
              <a:ext uri="{FF2B5EF4-FFF2-40B4-BE49-F238E27FC236}">
                <a16:creationId xmlns:a16="http://schemas.microsoft.com/office/drawing/2014/main" id="{72D9BA17-AAC6-4585-99B4-B04FFE92DB33}"/>
              </a:ext>
            </a:extLst>
          </p:cNvPr>
          <p:cNvSpPr txBox="1">
            <a:spLocks/>
          </p:cNvSpPr>
          <p:nvPr/>
        </p:nvSpPr>
        <p:spPr>
          <a:xfrm>
            <a:off x="882285" y="2788468"/>
            <a:ext cx="4288083" cy="261500"/>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2"/>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chemeClr val="tx1"/>
              </a:buClr>
              <a:buSzPct val="100000"/>
              <a:buFont typeface="Arial" panose="020B0604020202020204" pitchFamily="34" charset="0"/>
              <a:buChar char="•"/>
              <a:tabLst/>
              <a:defRPr/>
            </a:pPr>
            <a:r>
              <a:rPr lang="nl-NL" sz="2800" kern="1200" noProof="0">
                <a:solidFill>
                  <a:schemeClr val="tx1"/>
                </a:solidFill>
                <a:latin typeface="Rubik" pitchFamily="2" charset="-79"/>
                <a:ea typeface="+mn-ea"/>
                <a:cs typeface="Rubik" pitchFamily="2" charset="-79"/>
              </a:rPr>
              <a:t>Standaard tekst (28pt)</a:t>
            </a:r>
          </a:p>
        </p:txBody>
      </p:sp>
      <p:sp>
        <p:nvSpPr>
          <p:cNvPr id="109" name="Textfield placeholder">
            <a:extLst>
              <a:ext uri="{FF2B5EF4-FFF2-40B4-BE49-F238E27FC236}">
                <a16:creationId xmlns:a16="http://schemas.microsoft.com/office/drawing/2014/main" id="{40DFAEDB-0095-6E8E-BBF7-1DD91A358B10}"/>
              </a:ext>
            </a:extLst>
          </p:cNvPr>
          <p:cNvSpPr txBox="1">
            <a:spLocks/>
          </p:cNvSpPr>
          <p:nvPr/>
        </p:nvSpPr>
        <p:spPr>
          <a:xfrm>
            <a:off x="868436" y="3193543"/>
            <a:ext cx="4617964"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2"/>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600"/>
              </a:spcAft>
              <a:buClr>
                <a:schemeClr val="tx1"/>
              </a:buClr>
              <a:buSzPct val="100000"/>
              <a:buFont typeface="Arial" panose="020B0604020202020204" pitchFamily="34" charset="0"/>
              <a:buChar char="•"/>
              <a:tabLst>
                <a:tab pos="4394090" algn="l"/>
              </a:tabLst>
              <a:defRPr/>
            </a:pPr>
            <a:r>
              <a:rPr lang="nl-NL" sz="2400" kern="1200" noProof="0">
                <a:solidFill>
                  <a:schemeClr val="tx1"/>
                </a:solidFill>
                <a:latin typeface="Rubik" pitchFamily="2" charset="-79"/>
                <a:ea typeface="+mn-ea"/>
                <a:cs typeface="Rubik" pitchFamily="2" charset="-79"/>
              </a:rPr>
              <a:t>Tweede niveau (24pt)</a:t>
            </a:r>
          </a:p>
        </p:txBody>
      </p:sp>
      <p:cxnSp>
        <p:nvCxnSpPr>
          <p:cNvPr id="110" name="Rechte verbindingslijn 109">
            <a:extLst>
              <a:ext uri="{FF2B5EF4-FFF2-40B4-BE49-F238E27FC236}">
                <a16:creationId xmlns:a16="http://schemas.microsoft.com/office/drawing/2014/main" id="{47FF9FE2-247E-6394-DA52-2D87E7838E9B}"/>
              </a:ext>
            </a:extLst>
          </p:cNvPr>
          <p:cNvCxnSpPr>
            <a:cxnSpLocks/>
          </p:cNvCxnSpPr>
          <p:nvPr/>
        </p:nvCxnSpPr>
        <p:spPr>
          <a:xfrm>
            <a:off x="898928" y="2640017"/>
            <a:ext cx="4092172" cy="0"/>
          </a:xfrm>
          <a:prstGeom prst="line">
            <a:avLst/>
          </a:prstGeom>
          <a:noFill/>
          <a:ln w="9525" cap="flat" cmpd="sng" algn="ctr">
            <a:solidFill>
              <a:schemeClr val="accent1"/>
            </a:solidFill>
            <a:prstDash val="solid"/>
          </a:ln>
          <a:effectLst/>
        </p:spPr>
      </p:cxnSp>
      <p:sp>
        <p:nvSpPr>
          <p:cNvPr id="135" name="Textfield placeholder">
            <a:extLst>
              <a:ext uri="{FF2B5EF4-FFF2-40B4-BE49-F238E27FC236}">
                <a16:creationId xmlns:a16="http://schemas.microsoft.com/office/drawing/2014/main" id="{6618E89F-0FF0-E5C9-833B-DDF298D79609}"/>
              </a:ext>
            </a:extLst>
          </p:cNvPr>
          <p:cNvSpPr txBox="1">
            <a:spLocks/>
          </p:cNvSpPr>
          <p:nvPr/>
        </p:nvSpPr>
        <p:spPr>
          <a:xfrm>
            <a:off x="2411845" y="1568851"/>
            <a:ext cx="1841887" cy="427698"/>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2"/>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lang="nl-NL" sz="1600" b="0" kern="1200" noProof="0">
                <a:solidFill>
                  <a:schemeClr val="tx1"/>
                </a:solidFill>
                <a:latin typeface="+mn-lt"/>
                <a:ea typeface="+mn-ea"/>
                <a:cs typeface="+mn-cs"/>
              </a:rPr>
              <a:t>Niveau omhoog</a:t>
            </a:r>
          </a:p>
        </p:txBody>
      </p:sp>
      <p:sp>
        <p:nvSpPr>
          <p:cNvPr id="136" name="Textfield placeholder">
            <a:extLst>
              <a:ext uri="{FF2B5EF4-FFF2-40B4-BE49-F238E27FC236}">
                <a16:creationId xmlns:a16="http://schemas.microsoft.com/office/drawing/2014/main" id="{F00277B0-3D13-DCD7-1CF4-33860EE85AE2}"/>
              </a:ext>
            </a:extLst>
          </p:cNvPr>
          <p:cNvSpPr txBox="1">
            <a:spLocks/>
          </p:cNvSpPr>
          <p:nvPr/>
        </p:nvSpPr>
        <p:spPr>
          <a:xfrm>
            <a:off x="2411845" y="1988415"/>
            <a:ext cx="1598711" cy="427699"/>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2"/>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lang="nl-NL" sz="1600" b="0" kern="1200" noProof="0">
                <a:solidFill>
                  <a:schemeClr val="tx1"/>
                </a:solidFill>
                <a:latin typeface="+mn-lt"/>
                <a:ea typeface="+mn-ea"/>
                <a:cs typeface="+mn-cs"/>
              </a:rPr>
              <a:t>Niveau omlaag</a:t>
            </a:r>
          </a:p>
        </p:txBody>
      </p:sp>
      <p:sp>
        <p:nvSpPr>
          <p:cNvPr id="137" name="Textfield placeholder">
            <a:extLst>
              <a:ext uri="{FF2B5EF4-FFF2-40B4-BE49-F238E27FC236}">
                <a16:creationId xmlns:a16="http://schemas.microsoft.com/office/drawing/2014/main" id="{88D10AB9-1B99-0389-31CC-4CCBA80A3D61}"/>
              </a:ext>
            </a:extLst>
          </p:cNvPr>
          <p:cNvSpPr txBox="1">
            <a:spLocks/>
          </p:cNvSpPr>
          <p:nvPr/>
        </p:nvSpPr>
        <p:spPr>
          <a:xfrm>
            <a:off x="896723" y="3596801"/>
            <a:ext cx="4722412"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2"/>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1143000" marR="0" lvl="2" indent="-228600" algn="l" defTabSz="914400" rtl="0" eaLnBrk="1" fontAlgn="auto" latinLnBrk="0" hangingPunct="1">
              <a:lnSpc>
                <a:spcPct val="90000"/>
              </a:lnSpc>
              <a:spcBef>
                <a:spcPts val="500"/>
              </a:spcBef>
              <a:spcAft>
                <a:spcPts val="400"/>
              </a:spcAft>
              <a:buClr>
                <a:schemeClr val="tx1"/>
              </a:buClr>
              <a:buSzPct val="100000"/>
              <a:buFont typeface="Arial" panose="020B0604020202020204" pitchFamily="34" charset="0"/>
              <a:buChar char="•"/>
              <a:tabLst>
                <a:tab pos="266693" algn="l"/>
              </a:tabLst>
              <a:defRPr/>
            </a:pPr>
            <a:r>
              <a:rPr lang="nl-NL" sz="2000" kern="1200" noProof="0">
                <a:solidFill>
                  <a:schemeClr val="tx1"/>
                </a:solidFill>
                <a:latin typeface="Rubik" pitchFamily="2" charset="-79"/>
                <a:ea typeface="+mn-ea"/>
                <a:cs typeface="Rubik" pitchFamily="2" charset="-79"/>
              </a:rPr>
              <a:t>Derde niveau (20pt)</a:t>
            </a:r>
          </a:p>
        </p:txBody>
      </p:sp>
      <p:cxnSp>
        <p:nvCxnSpPr>
          <p:cNvPr id="140" name="Rechte verbindingslijn 139">
            <a:extLst>
              <a:ext uri="{FF2B5EF4-FFF2-40B4-BE49-F238E27FC236}">
                <a16:creationId xmlns:a16="http://schemas.microsoft.com/office/drawing/2014/main" id="{A906C702-1906-4299-FB1A-AF0114695DBF}"/>
              </a:ext>
            </a:extLst>
          </p:cNvPr>
          <p:cNvCxnSpPr>
            <a:cxnSpLocks/>
          </p:cNvCxnSpPr>
          <p:nvPr/>
        </p:nvCxnSpPr>
        <p:spPr>
          <a:xfrm>
            <a:off x="896722" y="1372493"/>
            <a:ext cx="4094378" cy="0"/>
          </a:xfrm>
          <a:prstGeom prst="line">
            <a:avLst/>
          </a:prstGeom>
          <a:noFill/>
          <a:ln w="9525" cap="flat" cmpd="sng" algn="ctr">
            <a:solidFill>
              <a:schemeClr val="accent1"/>
            </a:solidFill>
            <a:prstDash val="solid"/>
          </a:ln>
          <a:effectLst/>
        </p:spPr>
      </p:cxnSp>
      <p:grpSp>
        <p:nvGrpSpPr>
          <p:cNvPr id="173" name="Groep 172">
            <a:extLst>
              <a:ext uri="{FF2B5EF4-FFF2-40B4-BE49-F238E27FC236}">
                <a16:creationId xmlns:a16="http://schemas.microsoft.com/office/drawing/2014/main" id="{86A300E3-487A-D622-2844-A406195C5C06}"/>
              </a:ext>
            </a:extLst>
          </p:cNvPr>
          <p:cNvGrpSpPr/>
          <p:nvPr/>
        </p:nvGrpSpPr>
        <p:grpSpPr>
          <a:xfrm>
            <a:off x="892112" y="1514414"/>
            <a:ext cx="1226328" cy="892814"/>
            <a:chOff x="892112" y="1257934"/>
            <a:chExt cx="1226328" cy="892814"/>
          </a:xfrm>
        </p:grpSpPr>
        <p:sp>
          <p:nvSpPr>
            <p:cNvPr id="111" name="Rechthoek 110">
              <a:extLst>
                <a:ext uri="{FF2B5EF4-FFF2-40B4-BE49-F238E27FC236}">
                  <a16:creationId xmlns:a16="http://schemas.microsoft.com/office/drawing/2014/main" id="{328F09DB-8039-F8E8-9626-36EE90C3378B}"/>
                </a:ext>
              </a:extLst>
            </p:cNvPr>
            <p:cNvSpPr/>
            <p:nvPr/>
          </p:nvSpPr>
          <p:spPr>
            <a:xfrm>
              <a:off x="892112" y="1649720"/>
              <a:ext cx="524003" cy="501028"/>
            </a:xfrm>
            <a:prstGeom prst="rect">
              <a:avLst/>
            </a:prstGeom>
            <a:solidFill>
              <a:sysClr val="window" lastClr="FFFFFF"/>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ea typeface="+mn-ea"/>
                <a:cs typeface="+mn-cs"/>
              </a:endParaRPr>
            </a:p>
          </p:txBody>
        </p:sp>
        <p:pic>
          <p:nvPicPr>
            <p:cNvPr id="112" name="Picture 2">
              <a:extLst>
                <a:ext uri="{FF2B5EF4-FFF2-40B4-BE49-F238E27FC236}">
                  <a16:creationId xmlns:a16="http://schemas.microsoft.com/office/drawing/2014/main" id="{EC77BE46-FCF3-80D3-8970-13D6262EDF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546" y="1669228"/>
              <a:ext cx="222649" cy="205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 name="Picture 3">
              <a:extLst>
                <a:ext uri="{FF2B5EF4-FFF2-40B4-BE49-F238E27FC236}">
                  <a16:creationId xmlns:a16="http://schemas.microsoft.com/office/drawing/2014/main" id="{CA8128F7-FA93-41A4-ED0E-82426D34BE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3926" y="1669228"/>
              <a:ext cx="203698" cy="20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4" name="Rechthoek 113">
              <a:extLst>
                <a:ext uri="{FF2B5EF4-FFF2-40B4-BE49-F238E27FC236}">
                  <a16:creationId xmlns:a16="http://schemas.microsoft.com/office/drawing/2014/main" id="{7BDCDA0C-E48C-4E25-CCD6-29A466C5B9AA}"/>
                </a:ext>
              </a:extLst>
            </p:cNvPr>
            <p:cNvSpPr/>
            <p:nvPr/>
          </p:nvSpPr>
          <p:spPr>
            <a:xfrm>
              <a:off x="968755" y="1965443"/>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15" name="Rechthoek 114">
              <a:extLst>
                <a:ext uri="{FF2B5EF4-FFF2-40B4-BE49-F238E27FC236}">
                  <a16:creationId xmlns:a16="http://schemas.microsoft.com/office/drawing/2014/main" id="{6405EA7E-9269-0479-33FB-5B5B13948DFB}"/>
                </a:ext>
              </a:extLst>
            </p:cNvPr>
            <p:cNvSpPr/>
            <p:nvPr/>
          </p:nvSpPr>
          <p:spPr>
            <a:xfrm>
              <a:off x="968755" y="1988368"/>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16" name="Rechthoek 115">
              <a:extLst>
                <a:ext uri="{FF2B5EF4-FFF2-40B4-BE49-F238E27FC236}">
                  <a16:creationId xmlns:a16="http://schemas.microsoft.com/office/drawing/2014/main" id="{54E52B52-1402-4D36-CA64-6CE716E5FBE0}"/>
                </a:ext>
              </a:extLst>
            </p:cNvPr>
            <p:cNvSpPr/>
            <p:nvPr/>
          </p:nvSpPr>
          <p:spPr>
            <a:xfrm>
              <a:off x="968755" y="2034219"/>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17" name="Rechthoek 116">
              <a:extLst>
                <a:ext uri="{FF2B5EF4-FFF2-40B4-BE49-F238E27FC236}">
                  <a16:creationId xmlns:a16="http://schemas.microsoft.com/office/drawing/2014/main" id="{4AE3F4A5-8FB7-BB39-C8AA-C0B5C8358C70}"/>
                </a:ext>
              </a:extLst>
            </p:cNvPr>
            <p:cNvSpPr/>
            <p:nvPr/>
          </p:nvSpPr>
          <p:spPr>
            <a:xfrm>
              <a:off x="968755" y="2057146"/>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18" name="Rechthoek 117">
              <a:extLst>
                <a:ext uri="{FF2B5EF4-FFF2-40B4-BE49-F238E27FC236}">
                  <a16:creationId xmlns:a16="http://schemas.microsoft.com/office/drawing/2014/main" id="{2B0DF91D-05F7-356F-79CF-D84EDEC84034}"/>
                </a:ext>
              </a:extLst>
            </p:cNvPr>
            <p:cNvSpPr/>
            <p:nvPr/>
          </p:nvSpPr>
          <p:spPr>
            <a:xfrm>
              <a:off x="968755" y="2011294"/>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grpSp>
          <p:nvGrpSpPr>
            <p:cNvPr id="119" name="Groep 118">
              <a:extLst>
                <a:ext uri="{FF2B5EF4-FFF2-40B4-BE49-F238E27FC236}">
                  <a16:creationId xmlns:a16="http://schemas.microsoft.com/office/drawing/2014/main" id="{B87FA276-06A7-C307-D52A-0881062F4EB3}"/>
                </a:ext>
              </a:extLst>
            </p:cNvPr>
            <p:cNvGrpSpPr/>
            <p:nvPr/>
          </p:nvGrpSpPr>
          <p:grpSpPr>
            <a:xfrm>
              <a:off x="1191951" y="1965443"/>
              <a:ext cx="60967" cy="103132"/>
              <a:chOff x="-2796392" y="1123442"/>
              <a:chExt cx="120832" cy="104889"/>
            </a:xfrm>
          </p:grpSpPr>
          <p:sp>
            <p:nvSpPr>
              <p:cNvPr id="159" name="Rechthoek 158">
                <a:extLst>
                  <a:ext uri="{FF2B5EF4-FFF2-40B4-BE49-F238E27FC236}">
                    <a16:creationId xmlns:a16="http://schemas.microsoft.com/office/drawing/2014/main" id="{43DF0A54-B358-4E4B-60E6-CE734BCCEFAA}"/>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60" name="Rechthoek 159">
                <a:extLst>
                  <a:ext uri="{FF2B5EF4-FFF2-40B4-BE49-F238E27FC236}">
                    <a16:creationId xmlns:a16="http://schemas.microsoft.com/office/drawing/2014/main" id="{10C09455-453E-D4C0-71FD-6E608AF1EB3B}"/>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61" name="Rechthoek 160">
                <a:extLst>
                  <a:ext uri="{FF2B5EF4-FFF2-40B4-BE49-F238E27FC236}">
                    <a16:creationId xmlns:a16="http://schemas.microsoft.com/office/drawing/2014/main" id="{5FEED7E1-C8E7-AE45-3D02-B60893E4AAA4}"/>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62" name="Rechthoek 161">
                <a:extLst>
                  <a:ext uri="{FF2B5EF4-FFF2-40B4-BE49-F238E27FC236}">
                    <a16:creationId xmlns:a16="http://schemas.microsoft.com/office/drawing/2014/main" id="{0042C4AE-AF64-AE0F-ED84-5FAD58729D44}"/>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63" name="Rechthoek 162">
                <a:extLst>
                  <a:ext uri="{FF2B5EF4-FFF2-40B4-BE49-F238E27FC236}">
                    <a16:creationId xmlns:a16="http://schemas.microsoft.com/office/drawing/2014/main" id="{AA405DBE-2C0B-3983-8E3C-BF782826E332}"/>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grpSp>
        <p:grpSp>
          <p:nvGrpSpPr>
            <p:cNvPr id="120" name="Groep 119">
              <a:extLst>
                <a:ext uri="{FF2B5EF4-FFF2-40B4-BE49-F238E27FC236}">
                  <a16:creationId xmlns:a16="http://schemas.microsoft.com/office/drawing/2014/main" id="{86B02409-0BB4-80B2-C02D-1ED47157DBDA}"/>
                </a:ext>
              </a:extLst>
            </p:cNvPr>
            <p:cNvGrpSpPr/>
            <p:nvPr/>
          </p:nvGrpSpPr>
          <p:grpSpPr>
            <a:xfrm>
              <a:off x="1262672" y="1965443"/>
              <a:ext cx="60967" cy="103132"/>
              <a:chOff x="-2796392" y="1123442"/>
              <a:chExt cx="120832" cy="104889"/>
            </a:xfrm>
          </p:grpSpPr>
          <p:sp>
            <p:nvSpPr>
              <p:cNvPr id="154" name="Rechthoek 153">
                <a:extLst>
                  <a:ext uri="{FF2B5EF4-FFF2-40B4-BE49-F238E27FC236}">
                    <a16:creationId xmlns:a16="http://schemas.microsoft.com/office/drawing/2014/main" id="{DF8C0ED7-6463-AB5B-D223-307F50F3C19D}"/>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55" name="Rechthoek 154">
                <a:extLst>
                  <a:ext uri="{FF2B5EF4-FFF2-40B4-BE49-F238E27FC236}">
                    <a16:creationId xmlns:a16="http://schemas.microsoft.com/office/drawing/2014/main" id="{BCF58BC0-F6C4-1870-945B-F4D97FEFFCAE}"/>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56" name="Rechthoek 155">
                <a:extLst>
                  <a:ext uri="{FF2B5EF4-FFF2-40B4-BE49-F238E27FC236}">
                    <a16:creationId xmlns:a16="http://schemas.microsoft.com/office/drawing/2014/main" id="{FBC95CAA-DC09-A7FB-AF8D-F914478EEF94}"/>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57" name="Rechthoek 156">
                <a:extLst>
                  <a:ext uri="{FF2B5EF4-FFF2-40B4-BE49-F238E27FC236}">
                    <a16:creationId xmlns:a16="http://schemas.microsoft.com/office/drawing/2014/main" id="{32553D8A-B421-8787-D124-E3D579E7C0DB}"/>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58" name="Rechthoek 157">
                <a:extLst>
                  <a:ext uri="{FF2B5EF4-FFF2-40B4-BE49-F238E27FC236}">
                    <a16:creationId xmlns:a16="http://schemas.microsoft.com/office/drawing/2014/main" id="{5A92B41F-C01F-AEB1-37BE-2499CC18B491}"/>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grpSp>
        <p:sp>
          <p:nvSpPr>
            <p:cNvPr id="121" name="Afgeronde rechthoek 69">
              <a:extLst>
                <a:ext uri="{FF2B5EF4-FFF2-40B4-BE49-F238E27FC236}">
                  <a16:creationId xmlns:a16="http://schemas.microsoft.com/office/drawing/2014/main" id="{23EA2ECE-A12B-2156-B6D6-6702BA9433BB}"/>
                </a:ext>
              </a:extLst>
            </p:cNvPr>
            <p:cNvSpPr/>
            <p:nvPr/>
          </p:nvSpPr>
          <p:spPr>
            <a:xfrm>
              <a:off x="1804968" y="1784899"/>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22" name="Rechthoek 121">
              <a:extLst>
                <a:ext uri="{FF2B5EF4-FFF2-40B4-BE49-F238E27FC236}">
                  <a16:creationId xmlns:a16="http://schemas.microsoft.com/office/drawing/2014/main" id="{AE0823D4-0E33-726F-7295-2BA37AE170D4}"/>
                </a:ext>
              </a:extLst>
            </p:cNvPr>
            <p:cNvSpPr/>
            <p:nvPr/>
          </p:nvSpPr>
          <p:spPr>
            <a:xfrm>
              <a:off x="1884352" y="186606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23" name="Rechthoek 122">
              <a:extLst>
                <a:ext uri="{FF2B5EF4-FFF2-40B4-BE49-F238E27FC236}">
                  <a16:creationId xmlns:a16="http://schemas.microsoft.com/office/drawing/2014/main" id="{4008C108-3BFB-352D-2A75-93835348CBDC}"/>
                </a:ext>
              </a:extLst>
            </p:cNvPr>
            <p:cNvSpPr/>
            <p:nvPr/>
          </p:nvSpPr>
          <p:spPr>
            <a:xfrm>
              <a:off x="1884352" y="197824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24" name="Rechthoek 123">
              <a:extLst>
                <a:ext uri="{FF2B5EF4-FFF2-40B4-BE49-F238E27FC236}">
                  <a16:creationId xmlns:a16="http://schemas.microsoft.com/office/drawing/2014/main" id="{0BC95106-ACDE-B6F0-7D63-33EEC476F8A3}"/>
                </a:ext>
              </a:extLst>
            </p:cNvPr>
            <p:cNvSpPr/>
            <p:nvPr/>
          </p:nvSpPr>
          <p:spPr>
            <a:xfrm>
              <a:off x="1884352" y="2009000"/>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25" name="Rechthoek 124">
              <a:extLst>
                <a:ext uri="{FF2B5EF4-FFF2-40B4-BE49-F238E27FC236}">
                  <a16:creationId xmlns:a16="http://schemas.microsoft.com/office/drawing/2014/main" id="{B5295E8A-3A48-B770-B8AE-1E3E932EDF3E}"/>
                </a:ext>
              </a:extLst>
            </p:cNvPr>
            <p:cNvSpPr/>
            <p:nvPr/>
          </p:nvSpPr>
          <p:spPr>
            <a:xfrm>
              <a:off x="1954579" y="186606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26" name="Rechthoek 125">
              <a:extLst>
                <a:ext uri="{FF2B5EF4-FFF2-40B4-BE49-F238E27FC236}">
                  <a16:creationId xmlns:a16="http://schemas.microsoft.com/office/drawing/2014/main" id="{7AFD792E-8C30-B2DF-67E5-CCDEB9B8D7FC}"/>
                </a:ext>
              </a:extLst>
            </p:cNvPr>
            <p:cNvSpPr/>
            <p:nvPr/>
          </p:nvSpPr>
          <p:spPr>
            <a:xfrm>
              <a:off x="1954579" y="197824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27" name="Rechthoek 126">
              <a:extLst>
                <a:ext uri="{FF2B5EF4-FFF2-40B4-BE49-F238E27FC236}">
                  <a16:creationId xmlns:a16="http://schemas.microsoft.com/office/drawing/2014/main" id="{8E0DFF79-3881-737F-A6CC-EDFB0CC85040}"/>
                </a:ext>
              </a:extLst>
            </p:cNvPr>
            <p:cNvSpPr/>
            <p:nvPr/>
          </p:nvSpPr>
          <p:spPr>
            <a:xfrm>
              <a:off x="1954579" y="2009000"/>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28" name="Rechthoek 127">
              <a:extLst>
                <a:ext uri="{FF2B5EF4-FFF2-40B4-BE49-F238E27FC236}">
                  <a16:creationId xmlns:a16="http://schemas.microsoft.com/office/drawing/2014/main" id="{21C3AFD2-7B51-484B-B07F-AAB924811CDD}"/>
                </a:ext>
              </a:extLst>
            </p:cNvPr>
            <p:cNvSpPr/>
            <p:nvPr/>
          </p:nvSpPr>
          <p:spPr>
            <a:xfrm>
              <a:off x="1954579" y="190268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29" name="Rechthoek 128">
              <a:extLst>
                <a:ext uri="{FF2B5EF4-FFF2-40B4-BE49-F238E27FC236}">
                  <a16:creationId xmlns:a16="http://schemas.microsoft.com/office/drawing/2014/main" id="{9ECC0D40-93BD-FC41-139D-7E9A2DE677FD}"/>
                </a:ext>
              </a:extLst>
            </p:cNvPr>
            <p:cNvSpPr/>
            <p:nvPr/>
          </p:nvSpPr>
          <p:spPr>
            <a:xfrm>
              <a:off x="1954579" y="1941361"/>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30" name="Rechthoek 129">
              <a:extLst>
                <a:ext uri="{FF2B5EF4-FFF2-40B4-BE49-F238E27FC236}">
                  <a16:creationId xmlns:a16="http://schemas.microsoft.com/office/drawing/2014/main" id="{A75BC075-4671-89FB-E65B-6A1BDDAEF5CB}"/>
                </a:ext>
              </a:extLst>
            </p:cNvPr>
            <p:cNvSpPr/>
            <p:nvPr/>
          </p:nvSpPr>
          <p:spPr>
            <a:xfrm>
              <a:off x="1954579" y="1840108"/>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31" name="Rechthoek 130">
              <a:extLst>
                <a:ext uri="{FF2B5EF4-FFF2-40B4-BE49-F238E27FC236}">
                  <a16:creationId xmlns:a16="http://schemas.microsoft.com/office/drawing/2014/main" id="{0EAB7CDA-42D3-024B-AD6F-F8F337B7E780}"/>
                </a:ext>
              </a:extLst>
            </p:cNvPr>
            <p:cNvSpPr/>
            <p:nvPr/>
          </p:nvSpPr>
          <p:spPr>
            <a:xfrm>
              <a:off x="1954579" y="2036603"/>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32" name="Vrije vorm 81">
              <a:extLst>
                <a:ext uri="{FF2B5EF4-FFF2-40B4-BE49-F238E27FC236}">
                  <a16:creationId xmlns:a16="http://schemas.microsoft.com/office/drawing/2014/main" id="{204747D8-23C1-C203-9446-F77C8D321279}"/>
                </a:ext>
              </a:extLst>
            </p:cNvPr>
            <p:cNvSpPr/>
            <p:nvPr/>
          </p:nvSpPr>
          <p:spPr>
            <a:xfrm>
              <a:off x="1858046" y="1896954"/>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cxnSp>
          <p:nvCxnSpPr>
            <p:cNvPr id="133" name="Rechte verbindingslijn 132">
              <a:extLst>
                <a:ext uri="{FF2B5EF4-FFF2-40B4-BE49-F238E27FC236}">
                  <a16:creationId xmlns:a16="http://schemas.microsoft.com/office/drawing/2014/main" id="{D80E03B1-5028-8A23-42F3-3AAD6E336AB6}"/>
                </a:ext>
              </a:extLst>
            </p:cNvPr>
            <p:cNvCxnSpPr>
              <a:cxnSpLocks/>
              <a:stCxn id="113" idx="2"/>
              <a:endCxn id="121" idx="1"/>
            </p:cNvCxnSpPr>
            <p:nvPr/>
          </p:nvCxnSpPr>
          <p:spPr>
            <a:xfrm>
              <a:off x="1025775" y="1879170"/>
              <a:ext cx="779193" cy="67767"/>
            </a:xfrm>
            <a:prstGeom prst="line">
              <a:avLst/>
            </a:prstGeom>
            <a:noFill/>
            <a:ln w="9525" cap="flat" cmpd="sng" algn="ctr">
              <a:solidFill>
                <a:schemeClr val="accent1"/>
              </a:solidFill>
              <a:prstDash val="solid"/>
              <a:headEnd type="oval"/>
            </a:ln>
            <a:effectLst/>
          </p:spPr>
        </p:cxnSp>
        <p:cxnSp>
          <p:nvCxnSpPr>
            <p:cNvPr id="134" name="Rechte verbindingslijn 133">
              <a:extLst>
                <a:ext uri="{FF2B5EF4-FFF2-40B4-BE49-F238E27FC236}">
                  <a16:creationId xmlns:a16="http://schemas.microsoft.com/office/drawing/2014/main" id="{C1D8E942-D8DB-BFF8-6C68-59197185A5EB}"/>
                </a:ext>
              </a:extLst>
            </p:cNvPr>
            <p:cNvCxnSpPr>
              <a:cxnSpLocks/>
              <a:stCxn id="112" idx="3"/>
            </p:cNvCxnSpPr>
            <p:nvPr/>
          </p:nvCxnSpPr>
          <p:spPr>
            <a:xfrm flipV="1">
              <a:off x="1355195" y="1497679"/>
              <a:ext cx="449773" cy="274265"/>
            </a:xfrm>
            <a:prstGeom prst="line">
              <a:avLst/>
            </a:prstGeom>
            <a:noFill/>
            <a:ln w="9525" cap="flat" cmpd="sng" algn="ctr">
              <a:solidFill>
                <a:schemeClr val="accent1"/>
              </a:solidFill>
              <a:prstDash val="solid"/>
              <a:headEnd type="oval"/>
            </a:ln>
            <a:effectLst/>
          </p:spPr>
        </p:cxnSp>
        <p:sp>
          <p:nvSpPr>
            <p:cNvPr id="138" name="Afgeronde rechthoek 67">
              <a:extLst>
                <a:ext uri="{FF2B5EF4-FFF2-40B4-BE49-F238E27FC236}">
                  <a16:creationId xmlns:a16="http://schemas.microsoft.com/office/drawing/2014/main" id="{32571DBF-ADB2-DE62-5FC2-2510C4EE8000}"/>
                </a:ext>
              </a:extLst>
            </p:cNvPr>
            <p:cNvSpPr/>
            <p:nvPr/>
          </p:nvSpPr>
          <p:spPr>
            <a:xfrm>
              <a:off x="898178" y="1257934"/>
              <a:ext cx="513775" cy="333502"/>
            </a:xfrm>
            <a:prstGeom prst="roundRect">
              <a:avLst>
                <a:gd name="adj" fmla="val 7565"/>
              </a:avLst>
            </a:prstGeom>
            <a:gradFill>
              <a:gsLst>
                <a:gs pos="0">
                  <a:srgbClr val="FFEC8F"/>
                </a:gs>
                <a:gs pos="100000">
                  <a:srgbClr val="FFFFFF"/>
                </a:gs>
              </a:gsLst>
              <a:lin ang="5400000" scaled="0"/>
            </a:gra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ea typeface="+mn-ea"/>
                <a:cs typeface="+mn-cs"/>
              </a:endParaRPr>
            </a:p>
          </p:txBody>
        </p:sp>
        <p:sp>
          <p:nvSpPr>
            <p:cNvPr id="139" name="Vrije vorm 68">
              <a:extLst>
                <a:ext uri="{FF2B5EF4-FFF2-40B4-BE49-F238E27FC236}">
                  <a16:creationId xmlns:a16="http://schemas.microsoft.com/office/drawing/2014/main" id="{728FFB03-0B66-5717-D8C1-2BF8357C892C}"/>
                </a:ext>
              </a:extLst>
            </p:cNvPr>
            <p:cNvSpPr/>
            <p:nvPr/>
          </p:nvSpPr>
          <p:spPr>
            <a:xfrm>
              <a:off x="892113" y="1299371"/>
              <a:ext cx="519840" cy="297000"/>
            </a:xfrm>
            <a:custGeom>
              <a:avLst/>
              <a:gdLst>
                <a:gd name="connsiteX0" fmla="*/ 55524 w 528695"/>
                <a:gd name="connsiteY0" fmla="*/ 0 h 302059"/>
                <a:gd name="connsiteX1" fmla="*/ 455496 w 528695"/>
                <a:gd name="connsiteY1" fmla="*/ 0 h 302059"/>
                <a:gd name="connsiteX2" fmla="*/ 475205 w 528695"/>
                <a:gd name="connsiteY2" fmla="*/ 19709 h 302059"/>
                <a:gd name="connsiteX3" fmla="*/ 475205 w 528695"/>
                <a:gd name="connsiteY3" fmla="*/ 230056 h 302059"/>
                <a:gd name="connsiteX4" fmla="*/ 516694 w 528695"/>
                <a:gd name="connsiteY4" fmla="*/ 230056 h 302059"/>
                <a:gd name="connsiteX5" fmla="*/ 528695 w 528695"/>
                <a:gd name="connsiteY5" fmla="*/ 242057 h 302059"/>
                <a:gd name="connsiteX6" fmla="*/ 528695 w 528695"/>
                <a:gd name="connsiteY6" fmla="*/ 290058 h 302059"/>
                <a:gd name="connsiteX7" fmla="*/ 516694 w 528695"/>
                <a:gd name="connsiteY7" fmla="*/ 302059 h 302059"/>
                <a:gd name="connsiteX8" fmla="*/ 12001 w 528695"/>
                <a:gd name="connsiteY8" fmla="*/ 302059 h 302059"/>
                <a:gd name="connsiteX9" fmla="*/ 0 w 528695"/>
                <a:gd name="connsiteY9" fmla="*/ 290058 h 302059"/>
                <a:gd name="connsiteX10" fmla="*/ 0 w 528695"/>
                <a:gd name="connsiteY10" fmla="*/ 242057 h 302059"/>
                <a:gd name="connsiteX11" fmla="*/ 12001 w 528695"/>
                <a:gd name="connsiteY11" fmla="*/ 230056 h 302059"/>
                <a:gd name="connsiteX12" fmla="*/ 35815 w 528695"/>
                <a:gd name="connsiteY12" fmla="*/ 230056 h 302059"/>
                <a:gd name="connsiteX13" fmla="*/ 35815 w 528695"/>
                <a:gd name="connsiteY13" fmla="*/ 19709 h 302059"/>
                <a:gd name="connsiteX14" fmla="*/ 55524 w 528695"/>
                <a:gd name="connsiteY14" fmla="*/ 0 h 302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8695" h="302059">
                  <a:moveTo>
                    <a:pt x="55524" y="0"/>
                  </a:moveTo>
                  <a:lnTo>
                    <a:pt x="455496" y="0"/>
                  </a:lnTo>
                  <a:cubicBezTo>
                    <a:pt x="466381" y="0"/>
                    <a:pt x="475205" y="8824"/>
                    <a:pt x="475205" y="19709"/>
                  </a:cubicBezTo>
                  <a:lnTo>
                    <a:pt x="475205" y="230056"/>
                  </a:lnTo>
                  <a:lnTo>
                    <a:pt x="516694" y="230056"/>
                  </a:lnTo>
                  <a:cubicBezTo>
                    <a:pt x="523322" y="230056"/>
                    <a:pt x="528695" y="235429"/>
                    <a:pt x="528695" y="242057"/>
                  </a:cubicBezTo>
                  <a:lnTo>
                    <a:pt x="528695" y="290058"/>
                  </a:lnTo>
                  <a:cubicBezTo>
                    <a:pt x="528695" y="296686"/>
                    <a:pt x="523322" y="302059"/>
                    <a:pt x="516694" y="302059"/>
                  </a:cubicBezTo>
                  <a:lnTo>
                    <a:pt x="12001" y="302059"/>
                  </a:lnTo>
                  <a:cubicBezTo>
                    <a:pt x="5373" y="302059"/>
                    <a:pt x="0" y="296686"/>
                    <a:pt x="0" y="290058"/>
                  </a:cubicBezTo>
                  <a:lnTo>
                    <a:pt x="0" y="242057"/>
                  </a:lnTo>
                  <a:cubicBezTo>
                    <a:pt x="0" y="235429"/>
                    <a:pt x="5373" y="230056"/>
                    <a:pt x="12001" y="230056"/>
                  </a:cubicBezTo>
                  <a:lnTo>
                    <a:pt x="35815" y="230056"/>
                  </a:lnTo>
                  <a:lnTo>
                    <a:pt x="35815" y="19709"/>
                  </a:lnTo>
                  <a:cubicBezTo>
                    <a:pt x="35815" y="8824"/>
                    <a:pt x="44639" y="0"/>
                    <a:pt x="55524" y="0"/>
                  </a:cubicBezTo>
                  <a:close/>
                </a:path>
              </a:pathLst>
            </a:custGeom>
            <a:solidFill>
              <a:sysClr val="window" lastClr="FFFFFF">
                <a:lumMod val="95000"/>
              </a:sysClr>
            </a:solidFill>
            <a:ln w="9525" cap="flat" cmpd="sng" algn="ctr">
              <a:solidFill>
                <a:srgbClr val="9DAB99">
                  <a:lumMod val="90000"/>
                </a:srgbClr>
              </a:solidFill>
              <a:prstDash val="solid"/>
            </a:ln>
            <a:effectLst/>
          </p:spPr>
          <p:txBody>
            <a:bodyPr rot="0" spcFirstLastPara="0" vert="horz" wrap="square" lIns="108000" tIns="36000" rIns="108000" bIns="108000" numCol="1" spcCol="0" rtlCol="0" fromWordArt="0" anchor="ctr" anchorCtr="0" forceAA="0" compatLnSpc="1">
              <a:prstTxWarp prst="textNoShape">
                <a:avLst/>
              </a:prstTxWarp>
              <a:noAutofit/>
            </a:bodyPr>
            <a:lstStyle>
              <a:defPPr>
                <a:defRPr lang="nl-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schemeClr val="accent1"/>
                  </a:solidFill>
                  <a:effectLst/>
                  <a:uLnTx/>
                  <a:uFillTx/>
                  <a:latin typeface="+mn-lt"/>
                  <a:ea typeface="+mn-ea"/>
                  <a:cs typeface="+mn-cs"/>
                </a:rPr>
                <a:t>Start</a:t>
              </a:r>
            </a:p>
          </p:txBody>
        </p:sp>
        <p:grpSp>
          <p:nvGrpSpPr>
            <p:cNvPr id="141" name="Groep 140">
              <a:extLst>
                <a:ext uri="{FF2B5EF4-FFF2-40B4-BE49-F238E27FC236}">
                  <a16:creationId xmlns:a16="http://schemas.microsoft.com/office/drawing/2014/main" id="{1C833A29-0525-F002-1D2D-DFDA1DDF2F16}"/>
                </a:ext>
              </a:extLst>
            </p:cNvPr>
            <p:cNvGrpSpPr/>
            <p:nvPr/>
          </p:nvGrpSpPr>
          <p:grpSpPr>
            <a:xfrm flipH="1">
              <a:off x="1804968" y="1387470"/>
              <a:ext cx="313472" cy="324076"/>
              <a:chOff x="-2613177" y="1836300"/>
              <a:chExt cx="313472" cy="324076"/>
            </a:xfrm>
          </p:grpSpPr>
          <p:sp>
            <p:nvSpPr>
              <p:cNvPr id="142" name="Afgeronde rechthoek 69">
                <a:extLst>
                  <a:ext uri="{FF2B5EF4-FFF2-40B4-BE49-F238E27FC236}">
                    <a16:creationId xmlns:a16="http://schemas.microsoft.com/office/drawing/2014/main" id="{E651870C-6E55-4F98-3D56-C45AB9708A0F}"/>
                  </a:ext>
                </a:extLst>
              </p:cNvPr>
              <p:cNvSpPr/>
              <p:nvPr/>
            </p:nvSpPr>
            <p:spPr>
              <a:xfrm>
                <a:off x="-2613177" y="1836300"/>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43" name="Rechthoek 142">
                <a:extLst>
                  <a:ext uri="{FF2B5EF4-FFF2-40B4-BE49-F238E27FC236}">
                    <a16:creationId xmlns:a16="http://schemas.microsoft.com/office/drawing/2014/main" id="{F4589C21-420E-BE51-7FA4-A7FF1300224D}"/>
                  </a:ext>
                </a:extLst>
              </p:cNvPr>
              <p:cNvSpPr/>
              <p:nvPr/>
            </p:nvSpPr>
            <p:spPr>
              <a:xfrm>
                <a:off x="-2533793" y="191746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44" name="Rechthoek 143">
                <a:extLst>
                  <a:ext uri="{FF2B5EF4-FFF2-40B4-BE49-F238E27FC236}">
                    <a16:creationId xmlns:a16="http://schemas.microsoft.com/office/drawing/2014/main" id="{A3D91CDB-F921-FB69-CCCA-1BD60D95F342}"/>
                  </a:ext>
                </a:extLst>
              </p:cNvPr>
              <p:cNvSpPr/>
              <p:nvPr/>
            </p:nvSpPr>
            <p:spPr>
              <a:xfrm>
                <a:off x="-2533793" y="202964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45" name="Rechthoek 144">
                <a:extLst>
                  <a:ext uri="{FF2B5EF4-FFF2-40B4-BE49-F238E27FC236}">
                    <a16:creationId xmlns:a16="http://schemas.microsoft.com/office/drawing/2014/main" id="{08994E99-2BFB-51BB-86F8-5CB6A497CAA8}"/>
                  </a:ext>
                </a:extLst>
              </p:cNvPr>
              <p:cNvSpPr/>
              <p:nvPr/>
            </p:nvSpPr>
            <p:spPr>
              <a:xfrm>
                <a:off x="-2533793" y="206040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46" name="Rechthoek 145">
                <a:extLst>
                  <a:ext uri="{FF2B5EF4-FFF2-40B4-BE49-F238E27FC236}">
                    <a16:creationId xmlns:a16="http://schemas.microsoft.com/office/drawing/2014/main" id="{6A95AC6C-8913-64CF-2B91-6D1961F7CB28}"/>
                  </a:ext>
                </a:extLst>
              </p:cNvPr>
              <p:cNvSpPr/>
              <p:nvPr/>
            </p:nvSpPr>
            <p:spPr>
              <a:xfrm>
                <a:off x="-2463566" y="191746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47" name="Rechthoek 146">
                <a:extLst>
                  <a:ext uri="{FF2B5EF4-FFF2-40B4-BE49-F238E27FC236}">
                    <a16:creationId xmlns:a16="http://schemas.microsoft.com/office/drawing/2014/main" id="{0847D424-8C06-C9C3-E53B-203534659165}"/>
                  </a:ext>
                </a:extLst>
              </p:cNvPr>
              <p:cNvSpPr/>
              <p:nvPr/>
            </p:nvSpPr>
            <p:spPr>
              <a:xfrm>
                <a:off x="-2463566" y="202964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48" name="Rechthoek 147">
                <a:extLst>
                  <a:ext uri="{FF2B5EF4-FFF2-40B4-BE49-F238E27FC236}">
                    <a16:creationId xmlns:a16="http://schemas.microsoft.com/office/drawing/2014/main" id="{CE9DCD78-7311-09F3-CFD5-8F069238F95A}"/>
                  </a:ext>
                </a:extLst>
              </p:cNvPr>
              <p:cNvSpPr/>
              <p:nvPr/>
            </p:nvSpPr>
            <p:spPr>
              <a:xfrm>
                <a:off x="-2463566" y="2060401"/>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49" name="Rechthoek 148">
                <a:extLst>
                  <a:ext uri="{FF2B5EF4-FFF2-40B4-BE49-F238E27FC236}">
                    <a16:creationId xmlns:a16="http://schemas.microsoft.com/office/drawing/2014/main" id="{60BF44E8-AAB6-E740-548D-EFCE346F1AEA}"/>
                  </a:ext>
                </a:extLst>
              </p:cNvPr>
              <p:cNvSpPr/>
              <p:nvPr/>
            </p:nvSpPr>
            <p:spPr>
              <a:xfrm>
                <a:off x="-2463566" y="1954083"/>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50" name="Rechthoek 149">
                <a:extLst>
                  <a:ext uri="{FF2B5EF4-FFF2-40B4-BE49-F238E27FC236}">
                    <a16:creationId xmlns:a16="http://schemas.microsoft.com/office/drawing/2014/main" id="{E21D563D-0025-AD5F-5134-54292628D9BD}"/>
                  </a:ext>
                </a:extLst>
              </p:cNvPr>
              <p:cNvSpPr/>
              <p:nvPr/>
            </p:nvSpPr>
            <p:spPr>
              <a:xfrm>
                <a:off x="-2463566" y="1992762"/>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51" name="Rechthoek 150">
                <a:extLst>
                  <a:ext uri="{FF2B5EF4-FFF2-40B4-BE49-F238E27FC236}">
                    <a16:creationId xmlns:a16="http://schemas.microsoft.com/office/drawing/2014/main" id="{AD6748D0-E924-B254-2B6E-E486D49DD708}"/>
                  </a:ext>
                </a:extLst>
              </p:cNvPr>
              <p:cNvSpPr/>
              <p:nvPr/>
            </p:nvSpPr>
            <p:spPr>
              <a:xfrm>
                <a:off x="-2463566" y="1891509"/>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52" name="Rechthoek 151">
                <a:extLst>
                  <a:ext uri="{FF2B5EF4-FFF2-40B4-BE49-F238E27FC236}">
                    <a16:creationId xmlns:a16="http://schemas.microsoft.com/office/drawing/2014/main" id="{A1C85B27-EEA4-24FB-239B-F36B31D47544}"/>
                  </a:ext>
                </a:extLst>
              </p:cNvPr>
              <p:cNvSpPr/>
              <p:nvPr/>
            </p:nvSpPr>
            <p:spPr>
              <a:xfrm>
                <a:off x="-2463566" y="2088004"/>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53" name="Vrije vorm 81">
                <a:extLst>
                  <a:ext uri="{FF2B5EF4-FFF2-40B4-BE49-F238E27FC236}">
                    <a16:creationId xmlns:a16="http://schemas.microsoft.com/office/drawing/2014/main" id="{EE1A3CC1-5431-3DFE-E5DE-0102301DEB2D}"/>
                  </a:ext>
                </a:extLst>
              </p:cNvPr>
              <p:cNvSpPr/>
              <p:nvPr/>
            </p:nvSpPr>
            <p:spPr>
              <a:xfrm>
                <a:off x="-2560099" y="1948355"/>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grpSp>
      </p:grpSp>
      <p:sp>
        <p:nvSpPr>
          <p:cNvPr id="105" name="Tijdelijke aanduiding voor tekst 2">
            <a:extLst>
              <a:ext uri="{FF2B5EF4-FFF2-40B4-BE49-F238E27FC236}">
                <a16:creationId xmlns:a16="http://schemas.microsoft.com/office/drawing/2014/main" id="{1CA64F8E-DEC5-7A4A-664C-0335BBA9CB9F}"/>
              </a:ext>
            </a:extLst>
          </p:cNvPr>
          <p:cNvSpPr txBox="1">
            <a:spLocks/>
          </p:cNvSpPr>
          <p:nvPr/>
        </p:nvSpPr>
        <p:spPr>
          <a:xfrm>
            <a:off x="697817" y="4000059"/>
            <a:ext cx="4617964"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600200" lvl="3" indent="-228600" algn="l" defTabSz="914400" rtl="0" eaLnBrk="1" latinLnBrk="0" hangingPunct="1">
              <a:lnSpc>
                <a:spcPct val="90000"/>
              </a:lnSpc>
              <a:spcBef>
                <a:spcPts val="500"/>
              </a:spcBef>
              <a:buClr>
                <a:schemeClr val="tx1"/>
              </a:buClr>
              <a:buSzPct val="100000"/>
              <a:buFont typeface="Arial" panose="020B0604020202020204" pitchFamily="34" charset="0"/>
              <a:buChar char="•"/>
            </a:pPr>
            <a:r>
              <a:rPr lang="nl-BE" sz="1800" kern="1200">
                <a:solidFill>
                  <a:schemeClr val="tx1"/>
                </a:solidFill>
                <a:latin typeface="Rubik" pitchFamily="2" charset="-79"/>
                <a:ea typeface="+mn-ea"/>
                <a:cs typeface="Rubik" pitchFamily="2" charset="-79"/>
              </a:rPr>
              <a:t>Vierde niveau (18pt)</a:t>
            </a:r>
          </a:p>
        </p:txBody>
      </p:sp>
      <p:sp>
        <p:nvSpPr>
          <p:cNvPr id="106" name="Tijdelijke aanduiding voor tekst 2">
            <a:extLst>
              <a:ext uri="{FF2B5EF4-FFF2-40B4-BE49-F238E27FC236}">
                <a16:creationId xmlns:a16="http://schemas.microsoft.com/office/drawing/2014/main" id="{1DC4EA8F-49ED-E004-A7A6-688AEB6C1B12}"/>
              </a:ext>
            </a:extLst>
          </p:cNvPr>
          <p:cNvSpPr txBox="1">
            <a:spLocks/>
          </p:cNvSpPr>
          <p:nvPr/>
        </p:nvSpPr>
        <p:spPr>
          <a:xfrm>
            <a:off x="697817" y="4334286"/>
            <a:ext cx="4617964"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57400" lvl="4" indent="-228600" algn="l" defTabSz="914400" rtl="0" eaLnBrk="1" latinLnBrk="0" hangingPunct="1">
              <a:lnSpc>
                <a:spcPct val="90000"/>
              </a:lnSpc>
              <a:spcBef>
                <a:spcPts val="500"/>
              </a:spcBef>
              <a:buClr>
                <a:schemeClr val="tx1"/>
              </a:buClr>
              <a:buSzPct val="100000"/>
              <a:buFont typeface="Arial" panose="020B0604020202020204" pitchFamily="34" charset="0"/>
              <a:buChar char="•"/>
            </a:pPr>
            <a:r>
              <a:rPr lang="nl-BE" sz="1800" kern="1200">
                <a:solidFill>
                  <a:schemeClr val="tx1"/>
                </a:solidFill>
                <a:latin typeface="Rubik" pitchFamily="2" charset="-79"/>
                <a:ea typeface="+mn-ea"/>
                <a:cs typeface="Rubik" pitchFamily="2" charset="-79"/>
              </a:rPr>
              <a:t>Vijfde niveau (18pt)</a:t>
            </a:r>
          </a:p>
        </p:txBody>
      </p:sp>
      <p:sp>
        <p:nvSpPr>
          <p:cNvPr id="166" name="Rechthoek 165">
            <a:extLst>
              <a:ext uri="{FF2B5EF4-FFF2-40B4-BE49-F238E27FC236}">
                <a16:creationId xmlns:a16="http://schemas.microsoft.com/office/drawing/2014/main" id="{65814356-BF0D-46F1-251D-C8BD0FC5273A}"/>
              </a:ext>
            </a:extLst>
          </p:cNvPr>
          <p:cNvSpPr/>
          <p:nvPr/>
        </p:nvSpPr>
        <p:spPr>
          <a:xfrm>
            <a:off x="728624" y="4771074"/>
            <a:ext cx="4288084" cy="387386"/>
          </a:xfrm>
          <a:prstGeom prst="rect">
            <a:avLst/>
          </a:prstGeom>
          <a:noFill/>
          <a:ln w="25400" cap="flat" cmpd="sng" algn="ctr">
            <a:noFill/>
            <a:prstDash val="solid"/>
          </a:ln>
          <a:effectLst/>
        </p:spPr>
        <p:txBody>
          <a:bodyPr lIns="180000" rIns="18000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sz="1800" b="1" i="0" kern="1200" noProof="0">
                <a:solidFill>
                  <a:schemeClr val="accent1"/>
                </a:solidFill>
                <a:latin typeface="+mj-lt"/>
                <a:ea typeface="+mn-ea"/>
                <a:cs typeface="+mn-cs"/>
              </a:rPr>
              <a:t>Voettekst</a:t>
            </a:r>
            <a:endParaRPr lang="nl-NL" sz="1800" b="1" i="0" kern="1200" noProof="0">
              <a:solidFill>
                <a:schemeClr val="accent1"/>
              </a:solidFill>
              <a:latin typeface="+mj-lt"/>
              <a:ea typeface="+mn-ea"/>
              <a:cs typeface="+mn-cs"/>
            </a:endParaRPr>
          </a:p>
        </p:txBody>
      </p:sp>
      <p:sp>
        <p:nvSpPr>
          <p:cNvPr id="167" name="Tekstvak 166">
            <a:extLst>
              <a:ext uri="{FF2B5EF4-FFF2-40B4-BE49-F238E27FC236}">
                <a16:creationId xmlns:a16="http://schemas.microsoft.com/office/drawing/2014/main" id="{B7C0AC2B-C7AE-30C6-70E9-A0398FAC3FEE}"/>
              </a:ext>
            </a:extLst>
          </p:cNvPr>
          <p:cNvSpPr txBox="1"/>
          <p:nvPr/>
        </p:nvSpPr>
        <p:spPr>
          <a:xfrm>
            <a:off x="892614" y="5368468"/>
            <a:ext cx="3895953" cy="680711"/>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228600" marR="0" lvl="0" indent="-228600" algn="l" defTabSz="914400" rtl="0" eaLnBrk="1" fontAlgn="auto" latinLnBrk="0" hangingPunct="1">
              <a:lnSpc>
                <a:spcPct val="90000"/>
              </a:lnSpc>
              <a:spcBef>
                <a:spcPts val="1000"/>
              </a:spcBef>
              <a:spcAft>
                <a:spcPts val="0"/>
              </a:spcAft>
              <a:buClr>
                <a:schemeClr val="tx1"/>
              </a:buClr>
              <a:buSzPct val="100000"/>
              <a:buFont typeface="Arial" panose="020B0604020202020204" pitchFamily="34" charset="0"/>
              <a:buChar char="•"/>
              <a:tabLst/>
              <a:defRPr/>
            </a:pPr>
            <a:r>
              <a:rPr lang="nl-NL" sz="1600" b="0" kern="1200" noProof="0">
                <a:solidFill>
                  <a:schemeClr val="tx1"/>
                </a:solidFill>
                <a:latin typeface="+mn-lt"/>
                <a:ea typeface="+mn-ea"/>
                <a:cs typeface="+mn-cs"/>
              </a:rPr>
              <a:t>Invoegen &gt;  Groep tekst &gt; Koptekst en voettekst &gt; titel instellen bij voettekst</a:t>
            </a:r>
          </a:p>
        </p:txBody>
      </p:sp>
      <p:cxnSp>
        <p:nvCxnSpPr>
          <p:cNvPr id="169" name="Rechte verbindingslijn 168">
            <a:extLst>
              <a:ext uri="{FF2B5EF4-FFF2-40B4-BE49-F238E27FC236}">
                <a16:creationId xmlns:a16="http://schemas.microsoft.com/office/drawing/2014/main" id="{FF630668-D459-A25E-E542-B10033313BF2}"/>
              </a:ext>
            </a:extLst>
          </p:cNvPr>
          <p:cNvCxnSpPr>
            <a:cxnSpLocks/>
          </p:cNvCxnSpPr>
          <p:nvPr/>
        </p:nvCxnSpPr>
        <p:spPr>
          <a:xfrm>
            <a:off x="896722" y="5187188"/>
            <a:ext cx="4119986" cy="0"/>
          </a:xfrm>
          <a:prstGeom prst="line">
            <a:avLst/>
          </a:prstGeom>
          <a:noFill/>
          <a:ln w="9525" cap="flat" cmpd="sng" algn="ctr">
            <a:solidFill>
              <a:schemeClr val="accent1"/>
            </a:solidFill>
            <a:prstDash val="solid"/>
          </a:ln>
          <a:effectLst/>
        </p:spPr>
      </p:cxnSp>
      <p:sp>
        <p:nvSpPr>
          <p:cNvPr id="174" name="Rechthoek 173">
            <a:extLst>
              <a:ext uri="{FF2B5EF4-FFF2-40B4-BE49-F238E27FC236}">
                <a16:creationId xmlns:a16="http://schemas.microsoft.com/office/drawing/2014/main" id="{06F7BB34-8DEE-13D3-649F-B30873897A56}"/>
              </a:ext>
            </a:extLst>
          </p:cNvPr>
          <p:cNvSpPr/>
          <p:nvPr/>
        </p:nvSpPr>
        <p:spPr>
          <a:xfrm>
            <a:off x="6088165" y="987745"/>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a:solidFill>
                  <a:schemeClr val="accent1"/>
                </a:solidFill>
                <a:latin typeface="+mj-lt"/>
                <a:ea typeface="+mn-ea"/>
                <a:cs typeface="+mn-cs"/>
              </a:rPr>
              <a:t>Afbeeldingen</a:t>
            </a:r>
          </a:p>
        </p:txBody>
      </p:sp>
      <p:cxnSp>
        <p:nvCxnSpPr>
          <p:cNvPr id="175" name="Rechte verbindingslijn 174">
            <a:extLst>
              <a:ext uri="{FF2B5EF4-FFF2-40B4-BE49-F238E27FC236}">
                <a16:creationId xmlns:a16="http://schemas.microsoft.com/office/drawing/2014/main" id="{F1253370-4FA9-CFEE-4289-D903CD73B02B}"/>
              </a:ext>
            </a:extLst>
          </p:cNvPr>
          <p:cNvCxnSpPr>
            <a:cxnSpLocks/>
          </p:cNvCxnSpPr>
          <p:nvPr/>
        </p:nvCxnSpPr>
        <p:spPr>
          <a:xfrm>
            <a:off x="6096000" y="1372493"/>
            <a:ext cx="5153526" cy="0"/>
          </a:xfrm>
          <a:prstGeom prst="line">
            <a:avLst/>
          </a:prstGeom>
          <a:noFill/>
          <a:ln w="9525" cap="flat" cmpd="sng" algn="ctr">
            <a:solidFill>
              <a:schemeClr val="accent1"/>
            </a:solidFill>
            <a:prstDash val="solid"/>
          </a:ln>
          <a:effectLst/>
        </p:spPr>
      </p:cxnSp>
      <p:sp>
        <p:nvSpPr>
          <p:cNvPr id="176" name="Tekstvak 175">
            <a:extLst>
              <a:ext uri="{FF2B5EF4-FFF2-40B4-BE49-F238E27FC236}">
                <a16:creationId xmlns:a16="http://schemas.microsoft.com/office/drawing/2014/main" id="{2E3B83A4-2F04-D6CF-184C-65E703803531}"/>
              </a:ext>
            </a:extLst>
          </p:cNvPr>
          <p:cNvSpPr txBox="1"/>
          <p:nvPr/>
        </p:nvSpPr>
        <p:spPr>
          <a:xfrm>
            <a:off x="6088164" y="1533156"/>
            <a:ext cx="5161362" cy="1859124"/>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lang="nl-NL" sz="1600" b="0" kern="1200" noProof="0">
                <a:solidFill>
                  <a:schemeClr val="tx1"/>
                </a:solidFill>
                <a:latin typeface="+mn-lt"/>
                <a:ea typeface="+mn-ea"/>
                <a:cs typeface="+mn-cs"/>
              </a:rPr>
              <a:t>Afbeeldingen kunnen toegevoegd worden via deze knop:</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De afbeelding wordt automatisch geschaald. </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Je kan na het invoegen de foto nog verschuiven en/of  vergroten door de foto te:</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Selecteren &gt; Afbeeldingsopmaak &gt; Bijsnijden</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Om een afbeelding te wijzigen, verwijder je best de huidige en begin je terug opnieuw.</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endParaRP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endPar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endParaRP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endParaRPr lang="nl-NL" sz="1600" b="0" kern="1200" noProof="0">
              <a:solidFill>
                <a:schemeClr val="tx1"/>
              </a:solidFill>
              <a:latin typeface="+mn-lt"/>
              <a:ea typeface="+mn-ea"/>
              <a:cs typeface="+mn-cs"/>
            </a:endParaRPr>
          </a:p>
        </p:txBody>
      </p:sp>
      <p:grpSp>
        <p:nvGrpSpPr>
          <p:cNvPr id="181" name="Groep 180">
            <a:extLst>
              <a:ext uri="{FF2B5EF4-FFF2-40B4-BE49-F238E27FC236}">
                <a16:creationId xmlns:a16="http://schemas.microsoft.com/office/drawing/2014/main" id="{41D75357-0A02-0853-84B7-88A5E0DBB7BD}"/>
              </a:ext>
            </a:extLst>
          </p:cNvPr>
          <p:cNvGrpSpPr/>
          <p:nvPr/>
        </p:nvGrpSpPr>
        <p:grpSpPr>
          <a:xfrm>
            <a:off x="11031619" y="1550424"/>
            <a:ext cx="250379" cy="249771"/>
            <a:chOff x="-706740" y="145633"/>
            <a:chExt cx="250379" cy="249771"/>
          </a:xfrm>
        </p:grpSpPr>
        <p:sp>
          <p:nvSpPr>
            <p:cNvPr id="182" name="Rechthoek 181">
              <a:extLst>
                <a:ext uri="{FF2B5EF4-FFF2-40B4-BE49-F238E27FC236}">
                  <a16:creationId xmlns:a16="http://schemas.microsoft.com/office/drawing/2014/main" id="{2CB24FCE-F6E9-A218-294E-508ED38C9581}"/>
                </a:ext>
              </a:extLst>
            </p:cNvPr>
            <p:cNvSpPr/>
            <p:nvPr/>
          </p:nvSpPr>
          <p:spPr>
            <a:xfrm rot="5400000">
              <a:off x="-695663" y="134556"/>
              <a:ext cx="216024" cy="238177"/>
            </a:xfrm>
            <a:prstGeom prst="rect">
              <a:avLst/>
            </a:prstGeom>
            <a:solidFill>
              <a:schemeClr val="bg1"/>
            </a:solidFill>
            <a:ln w="15875" cap="sq">
              <a:solidFill>
                <a:schemeClr val="tx2">
                  <a:lumMod val="60000"/>
                  <a:lumOff val="4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accent1"/>
                </a:solidFill>
                <a:latin typeface="+mn-lt"/>
              </a:endParaRPr>
            </a:p>
          </p:txBody>
        </p:sp>
        <p:sp>
          <p:nvSpPr>
            <p:cNvPr id="183" name="Gelijkbenige driehoek 128">
              <a:extLst>
                <a:ext uri="{FF2B5EF4-FFF2-40B4-BE49-F238E27FC236}">
                  <a16:creationId xmlns:a16="http://schemas.microsoft.com/office/drawing/2014/main" id="{9E432F71-A94F-DB81-81DB-9BE0F62CBC81}"/>
                </a:ext>
              </a:extLst>
            </p:cNvPr>
            <p:cNvSpPr/>
            <p:nvPr/>
          </p:nvSpPr>
          <p:spPr>
            <a:xfrm>
              <a:off x="-691695" y="241573"/>
              <a:ext cx="131236" cy="108025"/>
            </a:xfrm>
            <a:custGeom>
              <a:avLst/>
              <a:gdLst>
                <a:gd name="connsiteX0" fmla="*/ 0 w 165756"/>
                <a:gd name="connsiteY0" fmla="*/ 108025 h 108025"/>
                <a:gd name="connsiteX1" fmla="*/ 82878 w 165756"/>
                <a:gd name="connsiteY1" fmla="*/ 0 h 108025"/>
                <a:gd name="connsiteX2" fmla="*/ 165756 w 165756"/>
                <a:gd name="connsiteY2" fmla="*/ 108025 h 108025"/>
                <a:gd name="connsiteX3" fmla="*/ 0 w 165756"/>
                <a:gd name="connsiteY3" fmla="*/ 108025 h 108025"/>
                <a:gd name="connsiteX0" fmla="*/ 0 w 165756"/>
                <a:gd name="connsiteY0" fmla="*/ 108025 h 108025"/>
                <a:gd name="connsiteX1" fmla="*/ 82878 w 165756"/>
                <a:gd name="connsiteY1" fmla="*/ 0 h 108025"/>
                <a:gd name="connsiteX2" fmla="*/ 165756 w 165756"/>
                <a:gd name="connsiteY2" fmla="*/ 108025 h 108025"/>
                <a:gd name="connsiteX3" fmla="*/ 37140 w 165756"/>
                <a:gd name="connsiteY3" fmla="*/ 106895 h 108025"/>
                <a:gd name="connsiteX4" fmla="*/ 0 w 165756"/>
                <a:gd name="connsiteY4" fmla="*/ 108025 h 108025"/>
                <a:gd name="connsiteX0" fmla="*/ 0 w 165756"/>
                <a:gd name="connsiteY0" fmla="*/ 108025 h 108025"/>
                <a:gd name="connsiteX1" fmla="*/ 34520 w 165756"/>
                <a:gd name="connsiteY1" fmla="*/ 62354 h 108025"/>
                <a:gd name="connsiteX2" fmla="*/ 82878 w 165756"/>
                <a:gd name="connsiteY2" fmla="*/ 0 h 108025"/>
                <a:gd name="connsiteX3" fmla="*/ 165756 w 165756"/>
                <a:gd name="connsiteY3" fmla="*/ 108025 h 108025"/>
                <a:gd name="connsiteX4" fmla="*/ 37140 w 165756"/>
                <a:gd name="connsiteY4" fmla="*/ 106895 h 108025"/>
                <a:gd name="connsiteX5" fmla="*/ 0 w 165756"/>
                <a:gd name="connsiteY5" fmla="*/ 108025 h 108025"/>
                <a:gd name="connsiteX0" fmla="*/ 2620 w 131236"/>
                <a:gd name="connsiteY0" fmla="*/ 106895 h 108025"/>
                <a:gd name="connsiteX1" fmla="*/ 0 w 131236"/>
                <a:gd name="connsiteY1" fmla="*/ 62354 h 108025"/>
                <a:gd name="connsiteX2" fmla="*/ 48358 w 131236"/>
                <a:gd name="connsiteY2" fmla="*/ 0 h 108025"/>
                <a:gd name="connsiteX3" fmla="*/ 131236 w 131236"/>
                <a:gd name="connsiteY3" fmla="*/ 108025 h 108025"/>
                <a:gd name="connsiteX4" fmla="*/ 2620 w 131236"/>
                <a:gd name="connsiteY4" fmla="*/ 106895 h 108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36" h="108025">
                  <a:moveTo>
                    <a:pt x="2620" y="106895"/>
                  </a:moveTo>
                  <a:lnTo>
                    <a:pt x="0" y="62354"/>
                  </a:lnTo>
                  <a:lnTo>
                    <a:pt x="48358" y="0"/>
                  </a:lnTo>
                  <a:lnTo>
                    <a:pt x="131236" y="108025"/>
                  </a:lnTo>
                  <a:lnTo>
                    <a:pt x="2620" y="10689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accent1"/>
                </a:solidFill>
                <a:latin typeface="+mn-lt"/>
              </a:endParaRPr>
            </a:p>
          </p:txBody>
        </p:sp>
        <p:sp>
          <p:nvSpPr>
            <p:cNvPr id="184" name="Ovaal 183">
              <a:extLst>
                <a:ext uri="{FF2B5EF4-FFF2-40B4-BE49-F238E27FC236}">
                  <a16:creationId xmlns:a16="http://schemas.microsoft.com/office/drawing/2014/main" id="{8900CCE4-E3C9-D78E-6E52-A021866AD3A2}"/>
                </a:ext>
              </a:extLst>
            </p:cNvPr>
            <p:cNvSpPr/>
            <p:nvPr/>
          </p:nvSpPr>
          <p:spPr>
            <a:xfrm>
              <a:off x="-550874" y="173162"/>
              <a:ext cx="54000" cy="54000"/>
            </a:xfrm>
            <a:prstGeom prst="ellipse">
              <a:avLst/>
            </a:prstGeom>
            <a:solidFill>
              <a:srgbClr val="FFC000"/>
            </a:solidFill>
            <a:ln w="158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sz="1800">
                <a:solidFill>
                  <a:schemeClr val="accent1"/>
                </a:solidFill>
                <a:latin typeface="+mn-lt"/>
              </a:endParaRPr>
            </a:p>
          </p:txBody>
        </p:sp>
        <p:sp>
          <p:nvSpPr>
            <p:cNvPr id="185" name="Rechthoek 184">
              <a:extLst>
                <a:ext uri="{FF2B5EF4-FFF2-40B4-BE49-F238E27FC236}">
                  <a16:creationId xmlns:a16="http://schemas.microsoft.com/office/drawing/2014/main" id="{E1B09280-C880-F73B-792A-C8BEED8BA18F}"/>
                </a:ext>
              </a:extLst>
            </p:cNvPr>
            <p:cNvSpPr/>
            <p:nvPr/>
          </p:nvSpPr>
          <p:spPr>
            <a:xfrm rot="5400000">
              <a:off x="-576961" y="253117"/>
              <a:ext cx="108000" cy="133200"/>
            </a:xfrm>
            <a:prstGeom prst="rect">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accent1"/>
                </a:solidFill>
                <a:latin typeface="+mn-lt"/>
              </a:endParaRPr>
            </a:p>
          </p:txBody>
        </p:sp>
        <p:cxnSp>
          <p:nvCxnSpPr>
            <p:cNvPr id="186" name="Rechte verbindingslijn 185">
              <a:extLst>
                <a:ext uri="{FF2B5EF4-FFF2-40B4-BE49-F238E27FC236}">
                  <a16:creationId xmlns:a16="http://schemas.microsoft.com/office/drawing/2014/main" id="{E5D6BB21-0602-AFA0-F580-39A6BD1EDB8D}"/>
                </a:ext>
              </a:extLst>
            </p:cNvPr>
            <p:cNvCxnSpPr/>
            <p:nvPr/>
          </p:nvCxnSpPr>
          <p:spPr>
            <a:xfrm>
              <a:off x="-540961" y="395404"/>
              <a:ext cx="36000" cy="0"/>
            </a:xfrm>
            <a:prstGeom prst="line">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205" name="Rechthoek 204">
            <a:extLst>
              <a:ext uri="{FF2B5EF4-FFF2-40B4-BE49-F238E27FC236}">
                <a16:creationId xmlns:a16="http://schemas.microsoft.com/office/drawing/2014/main" id="{9A666547-0DA9-9C42-8B33-ED888D21ED46}"/>
              </a:ext>
            </a:extLst>
          </p:cNvPr>
          <p:cNvSpPr/>
          <p:nvPr/>
        </p:nvSpPr>
        <p:spPr>
          <a:xfrm>
            <a:off x="6088165" y="3971229"/>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a:solidFill>
                  <a:schemeClr val="accent1"/>
                </a:solidFill>
                <a:latin typeface="+mj-lt"/>
                <a:ea typeface="+mn-ea"/>
                <a:cs typeface="+mn-cs"/>
              </a:rPr>
              <a:t>Iconen</a:t>
            </a:r>
          </a:p>
        </p:txBody>
      </p:sp>
      <p:cxnSp>
        <p:nvCxnSpPr>
          <p:cNvPr id="206" name="Rechte verbindingslijn 205">
            <a:extLst>
              <a:ext uri="{FF2B5EF4-FFF2-40B4-BE49-F238E27FC236}">
                <a16:creationId xmlns:a16="http://schemas.microsoft.com/office/drawing/2014/main" id="{851C95C5-A425-FEE7-41E1-E4851FEBF2F0}"/>
              </a:ext>
            </a:extLst>
          </p:cNvPr>
          <p:cNvCxnSpPr>
            <a:cxnSpLocks/>
          </p:cNvCxnSpPr>
          <p:nvPr/>
        </p:nvCxnSpPr>
        <p:spPr>
          <a:xfrm>
            <a:off x="6096000" y="4355977"/>
            <a:ext cx="5153526" cy="0"/>
          </a:xfrm>
          <a:prstGeom prst="line">
            <a:avLst/>
          </a:prstGeom>
          <a:noFill/>
          <a:ln w="9525" cap="flat" cmpd="sng" algn="ctr">
            <a:solidFill>
              <a:schemeClr val="accent1"/>
            </a:solidFill>
            <a:prstDash val="solid"/>
          </a:ln>
          <a:effectLst/>
        </p:spPr>
      </p:cxnSp>
      <p:sp>
        <p:nvSpPr>
          <p:cNvPr id="207" name="Tekstvak 206">
            <a:extLst>
              <a:ext uri="{FF2B5EF4-FFF2-40B4-BE49-F238E27FC236}">
                <a16:creationId xmlns:a16="http://schemas.microsoft.com/office/drawing/2014/main" id="{A17BC552-13D3-D398-CBD0-4216DE2F6FB5}"/>
              </a:ext>
            </a:extLst>
          </p:cNvPr>
          <p:cNvSpPr txBox="1"/>
          <p:nvPr/>
        </p:nvSpPr>
        <p:spPr>
          <a:xfrm>
            <a:off x="6088164" y="4516640"/>
            <a:ext cx="5161362" cy="1350495"/>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Iconen kan je invoegen in de daarvoor voorziene ruimte. Je klikt op deze knop          om een icoon in te voegen. </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Ook iconen kan je schalen en verschuiven zoals bij een afbeelding.</a:t>
            </a:r>
          </a:p>
        </p:txBody>
      </p:sp>
      <p:grpSp>
        <p:nvGrpSpPr>
          <p:cNvPr id="208" name="Groep 207">
            <a:extLst>
              <a:ext uri="{FF2B5EF4-FFF2-40B4-BE49-F238E27FC236}">
                <a16:creationId xmlns:a16="http://schemas.microsoft.com/office/drawing/2014/main" id="{0551685A-A6A4-4E60-326A-17E407C9409E}"/>
              </a:ext>
            </a:extLst>
          </p:cNvPr>
          <p:cNvGrpSpPr/>
          <p:nvPr/>
        </p:nvGrpSpPr>
        <p:grpSpPr>
          <a:xfrm>
            <a:off x="7763412" y="4817042"/>
            <a:ext cx="250379" cy="249771"/>
            <a:chOff x="-706740" y="145633"/>
            <a:chExt cx="250379" cy="249771"/>
          </a:xfrm>
        </p:grpSpPr>
        <p:sp>
          <p:nvSpPr>
            <p:cNvPr id="209" name="Rechthoek 208">
              <a:extLst>
                <a:ext uri="{FF2B5EF4-FFF2-40B4-BE49-F238E27FC236}">
                  <a16:creationId xmlns:a16="http://schemas.microsoft.com/office/drawing/2014/main" id="{902E9F6F-59A6-8924-A82B-D404221BB203}"/>
                </a:ext>
              </a:extLst>
            </p:cNvPr>
            <p:cNvSpPr/>
            <p:nvPr/>
          </p:nvSpPr>
          <p:spPr>
            <a:xfrm rot="5400000">
              <a:off x="-695663" y="134556"/>
              <a:ext cx="216024" cy="238177"/>
            </a:xfrm>
            <a:prstGeom prst="rect">
              <a:avLst/>
            </a:prstGeom>
            <a:solidFill>
              <a:schemeClr val="bg1"/>
            </a:solidFill>
            <a:ln w="15875" cap="sq">
              <a:solidFill>
                <a:schemeClr val="tx2">
                  <a:lumMod val="60000"/>
                  <a:lumOff val="4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accent1"/>
                </a:solidFill>
                <a:latin typeface="+mn-lt"/>
              </a:endParaRPr>
            </a:p>
          </p:txBody>
        </p:sp>
        <p:sp>
          <p:nvSpPr>
            <p:cNvPr id="210" name="Gelijkbenige driehoek 128">
              <a:extLst>
                <a:ext uri="{FF2B5EF4-FFF2-40B4-BE49-F238E27FC236}">
                  <a16:creationId xmlns:a16="http://schemas.microsoft.com/office/drawing/2014/main" id="{F54B309F-C6F3-DF6E-552F-D7E29F5EBD76}"/>
                </a:ext>
              </a:extLst>
            </p:cNvPr>
            <p:cNvSpPr/>
            <p:nvPr/>
          </p:nvSpPr>
          <p:spPr>
            <a:xfrm>
              <a:off x="-691695" y="241573"/>
              <a:ext cx="131236" cy="108025"/>
            </a:xfrm>
            <a:custGeom>
              <a:avLst/>
              <a:gdLst>
                <a:gd name="connsiteX0" fmla="*/ 0 w 165756"/>
                <a:gd name="connsiteY0" fmla="*/ 108025 h 108025"/>
                <a:gd name="connsiteX1" fmla="*/ 82878 w 165756"/>
                <a:gd name="connsiteY1" fmla="*/ 0 h 108025"/>
                <a:gd name="connsiteX2" fmla="*/ 165756 w 165756"/>
                <a:gd name="connsiteY2" fmla="*/ 108025 h 108025"/>
                <a:gd name="connsiteX3" fmla="*/ 0 w 165756"/>
                <a:gd name="connsiteY3" fmla="*/ 108025 h 108025"/>
                <a:gd name="connsiteX0" fmla="*/ 0 w 165756"/>
                <a:gd name="connsiteY0" fmla="*/ 108025 h 108025"/>
                <a:gd name="connsiteX1" fmla="*/ 82878 w 165756"/>
                <a:gd name="connsiteY1" fmla="*/ 0 h 108025"/>
                <a:gd name="connsiteX2" fmla="*/ 165756 w 165756"/>
                <a:gd name="connsiteY2" fmla="*/ 108025 h 108025"/>
                <a:gd name="connsiteX3" fmla="*/ 37140 w 165756"/>
                <a:gd name="connsiteY3" fmla="*/ 106895 h 108025"/>
                <a:gd name="connsiteX4" fmla="*/ 0 w 165756"/>
                <a:gd name="connsiteY4" fmla="*/ 108025 h 108025"/>
                <a:gd name="connsiteX0" fmla="*/ 0 w 165756"/>
                <a:gd name="connsiteY0" fmla="*/ 108025 h 108025"/>
                <a:gd name="connsiteX1" fmla="*/ 34520 w 165756"/>
                <a:gd name="connsiteY1" fmla="*/ 62354 h 108025"/>
                <a:gd name="connsiteX2" fmla="*/ 82878 w 165756"/>
                <a:gd name="connsiteY2" fmla="*/ 0 h 108025"/>
                <a:gd name="connsiteX3" fmla="*/ 165756 w 165756"/>
                <a:gd name="connsiteY3" fmla="*/ 108025 h 108025"/>
                <a:gd name="connsiteX4" fmla="*/ 37140 w 165756"/>
                <a:gd name="connsiteY4" fmla="*/ 106895 h 108025"/>
                <a:gd name="connsiteX5" fmla="*/ 0 w 165756"/>
                <a:gd name="connsiteY5" fmla="*/ 108025 h 108025"/>
                <a:gd name="connsiteX0" fmla="*/ 2620 w 131236"/>
                <a:gd name="connsiteY0" fmla="*/ 106895 h 108025"/>
                <a:gd name="connsiteX1" fmla="*/ 0 w 131236"/>
                <a:gd name="connsiteY1" fmla="*/ 62354 h 108025"/>
                <a:gd name="connsiteX2" fmla="*/ 48358 w 131236"/>
                <a:gd name="connsiteY2" fmla="*/ 0 h 108025"/>
                <a:gd name="connsiteX3" fmla="*/ 131236 w 131236"/>
                <a:gd name="connsiteY3" fmla="*/ 108025 h 108025"/>
                <a:gd name="connsiteX4" fmla="*/ 2620 w 131236"/>
                <a:gd name="connsiteY4" fmla="*/ 106895 h 108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36" h="108025">
                  <a:moveTo>
                    <a:pt x="2620" y="106895"/>
                  </a:moveTo>
                  <a:lnTo>
                    <a:pt x="0" y="62354"/>
                  </a:lnTo>
                  <a:lnTo>
                    <a:pt x="48358" y="0"/>
                  </a:lnTo>
                  <a:lnTo>
                    <a:pt x="131236" y="108025"/>
                  </a:lnTo>
                  <a:lnTo>
                    <a:pt x="2620" y="10689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accent1"/>
                </a:solidFill>
                <a:latin typeface="+mn-lt"/>
              </a:endParaRPr>
            </a:p>
          </p:txBody>
        </p:sp>
        <p:sp>
          <p:nvSpPr>
            <p:cNvPr id="211" name="Ovaal 210">
              <a:extLst>
                <a:ext uri="{FF2B5EF4-FFF2-40B4-BE49-F238E27FC236}">
                  <a16:creationId xmlns:a16="http://schemas.microsoft.com/office/drawing/2014/main" id="{1E023C68-D3F0-2ED6-8134-989D945BC109}"/>
                </a:ext>
              </a:extLst>
            </p:cNvPr>
            <p:cNvSpPr/>
            <p:nvPr/>
          </p:nvSpPr>
          <p:spPr>
            <a:xfrm>
              <a:off x="-550874" y="173162"/>
              <a:ext cx="54000" cy="54000"/>
            </a:xfrm>
            <a:prstGeom prst="ellipse">
              <a:avLst/>
            </a:prstGeom>
            <a:solidFill>
              <a:srgbClr val="FFC000"/>
            </a:solidFill>
            <a:ln w="158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sz="1800">
                <a:solidFill>
                  <a:schemeClr val="accent1"/>
                </a:solidFill>
                <a:latin typeface="+mn-lt"/>
              </a:endParaRPr>
            </a:p>
          </p:txBody>
        </p:sp>
        <p:sp>
          <p:nvSpPr>
            <p:cNvPr id="212" name="Rechthoek 211">
              <a:extLst>
                <a:ext uri="{FF2B5EF4-FFF2-40B4-BE49-F238E27FC236}">
                  <a16:creationId xmlns:a16="http://schemas.microsoft.com/office/drawing/2014/main" id="{8E010EB5-548B-995D-0162-6F4435A28D99}"/>
                </a:ext>
              </a:extLst>
            </p:cNvPr>
            <p:cNvSpPr/>
            <p:nvPr/>
          </p:nvSpPr>
          <p:spPr>
            <a:xfrm rot="5400000">
              <a:off x="-576961" y="253117"/>
              <a:ext cx="108000" cy="133200"/>
            </a:xfrm>
            <a:prstGeom prst="rect">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accent1"/>
                </a:solidFill>
                <a:latin typeface="+mn-lt"/>
              </a:endParaRPr>
            </a:p>
          </p:txBody>
        </p:sp>
        <p:cxnSp>
          <p:nvCxnSpPr>
            <p:cNvPr id="213" name="Rechte verbindingslijn 212">
              <a:extLst>
                <a:ext uri="{FF2B5EF4-FFF2-40B4-BE49-F238E27FC236}">
                  <a16:creationId xmlns:a16="http://schemas.microsoft.com/office/drawing/2014/main" id="{CCB56408-3E3D-BB02-5D3E-3942356B26C6}"/>
                </a:ext>
              </a:extLst>
            </p:cNvPr>
            <p:cNvCxnSpPr/>
            <p:nvPr/>
          </p:nvCxnSpPr>
          <p:spPr>
            <a:xfrm>
              <a:off x="-540961" y="395404"/>
              <a:ext cx="36000" cy="0"/>
            </a:xfrm>
            <a:prstGeom prst="line">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2" name="Rechthoek 1">
            <a:extLst>
              <a:ext uri="{FF2B5EF4-FFF2-40B4-BE49-F238E27FC236}">
                <a16:creationId xmlns:a16="http://schemas.microsoft.com/office/drawing/2014/main" id="{86024120-76BA-1353-C97E-097053233795}"/>
              </a:ext>
            </a:extLst>
          </p:cNvPr>
          <p:cNvSpPr/>
          <p:nvPr userDrawn="1"/>
        </p:nvSpPr>
        <p:spPr>
          <a:xfrm>
            <a:off x="406757" y="569811"/>
            <a:ext cx="11048784" cy="57166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 name="Rechthoek 2">
            <a:extLst>
              <a:ext uri="{FF2B5EF4-FFF2-40B4-BE49-F238E27FC236}">
                <a16:creationId xmlns:a16="http://schemas.microsoft.com/office/drawing/2014/main" id="{82CA27B3-2CCE-447A-F3B7-580E87ECE65E}"/>
              </a:ext>
            </a:extLst>
          </p:cNvPr>
          <p:cNvSpPr/>
          <p:nvPr userDrawn="1"/>
        </p:nvSpPr>
        <p:spPr>
          <a:xfrm>
            <a:off x="723928" y="2407228"/>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err="1">
                <a:solidFill>
                  <a:schemeClr val="accent1"/>
                </a:solidFill>
                <a:latin typeface="+mj-lt"/>
                <a:ea typeface="+mn-ea"/>
                <a:cs typeface="+mn-cs"/>
              </a:rPr>
              <a:t>Text</a:t>
            </a:r>
            <a:r>
              <a:rPr lang="nl-NL" sz="1800" b="1" i="0" kern="1200" noProof="0">
                <a:solidFill>
                  <a:schemeClr val="accent1"/>
                </a:solidFill>
                <a:latin typeface="+mj-lt"/>
                <a:ea typeface="+mn-ea"/>
                <a:cs typeface="+mn-cs"/>
              </a:rPr>
              <a:t> levels</a:t>
            </a:r>
          </a:p>
        </p:txBody>
      </p:sp>
      <p:sp>
        <p:nvSpPr>
          <p:cNvPr id="4" name="Textfield placeholder">
            <a:extLst>
              <a:ext uri="{FF2B5EF4-FFF2-40B4-BE49-F238E27FC236}">
                <a16:creationId xmlns:a16="http://schemas.microsoft.com/office/drawing/2014/main" id="{5DC8DE6A-0E5D-6CE6-4E7D-44DEDD1A0388}"/>
              </a:ext>
            </a:extLst>
          </p:cNvPr>
          <p:cNvSpPr txBox="1">
            <a:spLocks/>
          </p:cNvSpPr>
          <p:nvPr userDrawn="1"/>
        </p:nvSpPr>
        <p:spPr>
          <a:xfrm>
            <a:off x="882285" y="4207951"/>
            <a:ext cx="4288083" cy="261500"/>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2"/>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chemeClr val="tx1"/>
              </a:buClr>
              <a:buSzPct val="100000"/>
              <a:buFont typeface="Arial" panose="020B0604020202020204" pitchFamily="34" charset="0"/>
              <a:buChar char="•"/>
              <a:tabLst/>
              <a:defRPr/>
            </a:pPr>
            <a:r>
              <a:rPr lang="nl-NL" sz="2800" kern="1200" noProof="0">
                <a:solidFill>
                  <a:schemeClr val="tx1"/>
                </a:solidFill>
                <a:latin typeface="Rubik" pitchFamily="2" charset="-79"/>
                <a:ea typeface="+mn-ea"/>
                <a:cs typeface="Rubik" pitchFamily="2" charset="-79"/>
              </a:rPr>
              <a:t>Default </a:t>
            </a:r>
            <a:r>
              <a:rPr lang="nl-NL" sz="2800" kern="1200" noProof="0" err="1">
                <a:solidFill>
                  <a:schemeClr val="tx1"/>
                </a:solidFill>
                <a:latin typeface="Rubik" pitchFamily="2" charset="-79"/>
                <a:ea typeface="+mn-ea"/>
                <a:cs typeface="Rubik" pitchFamily="2" charset="-79"/>
              </a:rPr>
              <a:t>text</a:t>
            </a:r>
            <a:r>
              <a:rPr lang="nl-NL" sz="2800" kern="1200" noProof="0">
                <a:solidFill>
                  <a:schemeClr val="tx1"/>
                </a:solidFill>
                <a:latin typeface="Rubik" pitchFamily="2" charset="-79"/>
                <a:ea typeface="+mn-ea"/>
                <a:cs typeface="Rubik" pitchFamily="2" charset="-79"/>
              </a:rPr>
              <a:t> (28pt)</a:t>
            </a:r>
          </a:p>
        </p:txBody>
      </p:sp>
      <p:sp>
        <p:nvSpPr>
          <p:cNvPr id="5" name="Textfield placeholder">
            <a:extLst>
              <a:ext uri="{FF2B5EF4-FFF2-40B4-BE49-F238E27FC236}">
                <a16:creationId xmlns:a16="http://schemas.microsoft.com/office/drawing/2014/main" id="{15172897-9ECE-36A8-DE53-28F7580B895C}"/>
              </a:ext>
            </a:extLst>
          </p:cNvPr>
          <p:cNvSpPr txBox="1">
            <a:spLocks/>
          </p:cNvSpPr>
          <p:nvPr userDrawn="1"/>
        </p:nvSpPr>
        <p:spPr>
          <a:xfrm>
            <a:off x="868436" y="4613026"/>
            <a:ext cx="4617964"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2"/>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600"/>
              </a:spcAft>
              <a:buClr>
                <a:schemeClr val="tx1"/>
              </a:buClr>
              <a:buSzPct val="100000"/>
              <a:buFont typeface="Arial" panose="020B0604020202020204" pitchFamily="34" charset="0"/>
              <a:buChar char="•"/>
              <a:tabLst>
                <a:tab pos="4394090" algn="l"/>
              </a:tabLst>
              <a:defRPr/>
            </a:pPr>
            <a:r>
              <a:rPr lang="nl-NL" sz="2400" kern="1200" noProof="0">
                <a:solidFill>
                  <a:schemeClr val="tx1"/>
                </a:solidFill>
                <a:latin typeface="Rubik" pitchFamily="2" charset="-79"/>
                <a:ea typeface="+mn-ea"/>
                <a:cs typeface="Rubik" pitchFamily="2" charset="-79"/>
              </a:rPr>
              <a:t>Second level (24pt)</a:t>
            </a:r>
          </a:p>
        </p:txBody>
      </p:sp>
      <p:cxnSp>
        <p:nvCxnSpPr>
          <p:cNvPr id="6" name="Rechte verbindingslijn 5">
            <a:extLst>
              <a:ext uri="{FF2B5EF4-FFF2-40B4-BE49-F238E27FC236}">
                <a16:creationId xmlns:a16="http://schemas.microsoft.com/office/drawing/2014/main" id="{08260CB9-0483-9472-E59A-7A208A9FE192}"/>
              </a:ext>
            </a:extLst>
          </p:cNvPr>
          <p:cNvCxnSpPr>
            <a:cxnSpLocks/>
          </p:cNvCxnSpPr>
          <p:nvPr userDrawn="1"/>
        </p:nvCxnSpPr>
        <p:spPr>
          <a:xfrm>
            <a:off x="723928" y="4000059"/>
            <a:ext cx="5207221" cy="0"/>
          </a:xfrm>
          <a:prstGeom prst="line">
            <a:avLst/>
          </a:prstGeom>
          <a:noFill/>
          <a:ln w="9525" cap="flat" cmpd="sng" algn="ctr">
            <a:solidFill>
              <a:schemeClr val="accent1"/>
            </a:solidFill>
            <a:prstDash val="solid"/>
          </a:ln>
          <a:effectLst/>
        </p:spPr>
      </p:cxnSp>
      <p:grpSp>
        <p:nvGrpSpPr>
          <p:cNvPr id="7" name="Groep 6">
            <a:extLst>
              <a:ext uri="{FF2B5EF4-FFF2-40B4-BE49-F238E27FC236}">
                <a16:creationId xmlns:a16="http://schemas.microsoft.com/office/drawing/2014/main" id="{1184C569-1A25-33B3-4A6E-372BD8D0FB58}"/>
              </a:ext>
            </a:extLst>
          </p:cNvPr>
          <p:cNvGrpSpPr/>
          <p:nvPr userDrawn="1"/>
        </p:nvGrpSpPr>
        <p:grpSpPr>
          <a:xfrm>
            <a:off x="742031" y="2932867"/>
            <a:ext cx="1226328" cy="892814"/>
            <a:chOff x="892112" y="1257934"/>
            <a:chExt cx="1226328" cy="892814"/>
          </a:xfrm>
        </p:grpSpPr>
        <p:sp>
          <p:nvSpPr>
            <p:cNvPr id="8" name="Rechthoek 7">
              <a:extLst>
                <a:ext uri="{FF2B5EF4-FFF2-40B4-BE49-F238E27FC236}">
                  <a16:creationId xmlns:a16="http://schemas.microsoft.com/office/drawing/2014/main" id="{972B10C5-61A8-210C-8694-65EFE88D45DC}"/>
                </a:ext>
              </a:extLst>
            </p:cNvPr>
            <p:cNvSpPr/>
            <p:nvPr/>
          </p:nvSpPr>
          <p:spPr>
            <a:xfrm>
              <a:off x="892112" y="1649720"/>
              <a:ext cx="524003" cy="501028"/>
            </a:xfrm>
            <a:prstGeom prst="rect">
              <a:avLst/>
            </a:prstGeom>
            <a:solidFill>
              <a:sysClr val="window" lastClr="FFFFFF"/>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ea typeface="+mn-ea"/>
                <a:cs typeface="+mn-cs"/>
              </a:endParaRPr>
            </a:p>
          </p:txBody>
        </p:sp>
        <p:pic>
          <p:nvPicPr>
            <p:cNvPr id="9" name="Picture 2">
              <a:extLst>
                <a:ext uri="{FF2B5EF4-FFF2-40B4-BE49-F238E27FC236}">
                  <a16:creationId xmlns:a16="http://schemas.microsoft.com/office/drawing/2014/main" id="{34719DEC-6F38-4F97-E814-4E9F1FD3D6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546" y="1669228"/>
              <a:ext cx="222649" cy="205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a:extLst>
                <a:ext uri="{FF2B5EF4-FFF2-40B4-BE49-F238E27FC236}">
                  <a16:creationId xmlns:a16="http://schemas.microsoft.com/office/drawing/2014/main" id="{7C1C2447-B9C9-6F1E-85A4-006C798AE0E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3926" y="1669228"/>
              <a:ext cx="203698" cy="20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hthoek 10">
              <a:extLst>
                <a:ext uri="{FF2B5EF4-FFF2-40B4-BE49-F238E27FC236}">
                  <a16:creationId xmlns:a16="http://schemas.microsoft.com/office/drawing/2014/main" id="{381A089F-A873-5C47-1E4A-1D2B4120946C}"/>
                </a:ext>
              </a:extLst>
            </p:cNvPr>
            <p:cNvSpPr/>
            <p:nvPr/>
          </p:nvSpPr>
          <p:spPr>
            <a:xfrm>
              <a:off x="968755" y="1965443"/>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2" name="Rechthoek 11">
              <a:extLst>
                <a:ext uri="{FF2B5EF4-FFF2-40B4-BE49-F238E27FC236}">
                  <a16:creationId xmlns:a16="http://schemas.microsoft.com/office/drawing/2014/main" id="{07DEB98A-4C83-2F56-FB89-4B349F889D46}"/>
                </a:ext>
              </a:extLst>
            </p:cNvPr>
            <p:cNvSpPr/>
            <p:nvPr/>
          </p:nvSpPr>
          <p:spPr>
            <a:xfrm>
              <a:off x="968755" y="1988368"/>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3" name="Rechthoek 12">
              <a:extLst>
                <a:ext uri="{FF2B5EF4-FFF2-40B4-BE49-F238E27FC236}">
                  <a16:creationId xmlns:a16="http://schemas.microsoft.com/office/drawing/2014/main" id="{353C69AF-8F6B-EE1D-50E4-E75978542B14}"/>
                </a:ext>
              </a:extLst>
            </p:cNvPr>
            <p:cNvSpPr/>
            <p:nvPr/>
          </p:nvSpPr>
          <p:spPr>
            <a:xfrm>
              <a:off x="968755" y="2034219"/>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4" name="Rechthoek 13">
              <a:extLst>
                <a:ext uri="{FF2B5EF4-FFF2-40B4-BE49-F238E27FC236}">
                  <a16:creationId xmlns:a16="http://schemas.microsoft.com/office/drawing/2014/main" id="{7EFEE4A8-7E51-D9E6-9D20-5D95DAEA73CB}"/>
                </a:ext>
              </a:extLst>
            </p:cNvPr>
            <p:cNvSpPr/>
            <p:nvPr/>
          </p:nvSpPr>
          <p:spPr>
            <a:xfrm>
              <a:off x="968755" y="2057146"/>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5" name="Rechthoek 14">
              <a:extLst>
                <a:ext uri="{FF2B5EF4-FFF2-40B4-BE49-F238E27FC236}">
                  <a16:creationId xmlns:a16="http://schemas.microsoft.com/office/drawing/2014/main" id="{5DDEBA03-46A2-3D13-F840-631D6C0F9753}"/>
                </a:ext>
              </a:extLst>
            </p:cNvPr>
            <p:cNvSpPr/>
            <p:nvPr/>
          </p:nvSpPr>
          <p:spPr>
            <a:xfrm>
              <a:off x="968755" y="2011294"/>
              <a:ext cx="130689" cy="11429"/>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grpSp>
          <p:nvGrpSpPr>
            <p:cNvPr id="16" name="Groep 15">
              <a:extLst>
                <a:ext uri="{FF2B5EF4-FFF2-40B4-BE49-F238E27FC236}">
                  <a16:creationId xmlns:a16="http://schemas.microsoft.com/office/drawing/2014/main" id="{AEC5E16E-A618-3B5E-98F6-C9520576074E}"/>
                </a:ext>
              </a:extLst>
            </p:cNvPr>
            <p:cNvGrpSpPr/>
            <p:nvPr/>
          </p:nvGrpSpPr>
          <p:grpSpPr>
            <a:xfrm>
              <a:off x="1191951" y="1965443"/>
              <a:ext cx="60967" cy="103132"/>
              <a:chOff x="-2796392" y="1123442"/>
              <a:chExt cx="120832" cy="104889"/>
            </a:xfrm>
          </p:grpSpPr>
          <p:sp>
            <p:nvSpPr>
              <p:cNvPr id="52" name="Rechthoek 51">
                <a:extLst>
                  <a:ext uri="{FF2B5EF4-FFF2-40B4-BE49-F238E27FC236}">
                    <a16:creationId xmlns:a16="http://schemas.microsoft.com/office/drawing/2014/main" id="{A020EA97-D3B9-5FDC-E8A4-B2997CE9C9D4}"/>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53" name="Rechthoek 52">
                <a:extLst>
                  <a:ext uri="{FF2B5EF4-FFF2-40B4-BE49-F238E27FC236}">
                    <a16:creationId xmlns:a16="http://schemas.microsoft.com/office/drawing/2014/main" id="{6D8C7EC1-5D69-1944-CA53-CE350BEA4E66}"/>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54" name="Rechthoek 53">
                <a:extLst>
                  <a:ext uri="{FF2B5EF4-FFF2-40B4-BE49-F238E27FC236}">
                    <a16:creationId xmlns:a16="http://schemas.microsoft.com/office/drawing/2014/main" id="{221D80D3-5339-69E6-F530-1EC85EEAFC40}"/>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55" name="Rechthoek 54">
                <a:extLst>
                  <a:ext uri="{FF2B5EF4-FFF2-40B4-BE49-F238E27FC236}">
                    <a16:creationId xmlns:a16="http://schemas.microsoft.com/office/drawing/2014/main" id="{702E3C49-4976-F855-07FE-D1A37B160BA1}"/>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56" name="Rechthoek 55">
                <a:extLst>
                  <a:ext uri="{FF2B5EF4-FFF2-40B4-BE49-F238E27FC236}">
                    <a16:creationId xmlns:a16="http://schemas.microsoft.com/office/drawing/2014/main" id="{73592A28-538D-D6A5-C7CE-E91AAD8D7397}"/>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grpSp>
        <p:grpSp>
          <p:nvGrpSpPr>
            <p:cNvPr id="17" name="Groep 16">
              <a:extLst>
                <a:ext uri="{FF2B5EF4-FFF2-40B4-BE49-F238E27FC236}">
                  <a16:creationId xmlns:a16="http://schemas.microsoft.com/office/drawing/2014/main" id="{F4B6C52B-568A-405E-5A46-C30522950D8B}"/>
                </a:ext>
              </a:extLst>
            </p:cNvPr>
            <p:cNvGrpSpPr/>
            <p:nvPr/>
          </p:nvGrpSpPr>
          <p:grpSpPr>
            <a:xfrm>
              <a:off x="1262672" y="1965443"/>
              <a:ext cx="60967" cy="103132"/>
              <a:chOff x="-2796392" y="1123442"/>
              <a:chExt cx="120832" cy="104889"/>
            </a:xfrm>
          </p:grpSpPr>
          <p:sp>
            <p:nvSpPr>
              <p:cNvPr id="47" name="Rechthoek 46">
                <a:extLst>
                  <a:ext uri="{FF2B5EF4-FFF2-40B4-BE49-F238E27FC236}">
                    <a16:creationId xmlns:a16="http://schemas.microsoft.com/office/drawing/2014/main" id="{81A4A422-06DA-0C01-A310-E8061B92307F}"/>
                  </a:ext>
                </a:extLst>
              </p:cNvPr>
              <p:cNvSpPr/>
              <p:nvPr/>
            </p:nvSpPr>
            <p:spPr>
              <a:xfrm>
                <a:off x="-2796392" y="1123442"/>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48" name="Rechthoek 47">
                <a:extLst>
                  <a:ext uri="{FF2B5EF4-FFF2-40B4-BE49-F238E27FC236}">
                    <a16:creationId xmlns:a16="http://schemas.microsoft.com/office/drawing/2014/main" id="{B1DB5DE8-6BB1-97B3-5D9F-E5D7238C96DC}"/>
                  </a:ext>
                </a:extLst>
              </p:cNvPr>
              <p:cNvSpPr/>
              <p:nvPr/>
            </p:nvSpPr>
            <p:spPr>
              <a:xfrm>
                <a:off x="-2796392" y="1146758"/>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49" name="Rechthoek 48">
                <a:extLst>
                  <a:ext uri="{FF2B5EF4-FFF2-40B4-BE49-F238E27FC236}">
                    <a16:creationId xmlns:a16="http://schemas.microsoft.com/office/drawing/2014/main" id="{62976A06-F7EB-8AC2-8034-0902C4F04E62}"/>
                  </a:ext>
                </a:extLst>
              </p:cNvPr>
              <p:cNvSpPr/>
              <p:nvPr/>
            </p:nvSpPr>
            <p:spPr>
              <a:xfrm>
                <a:off x="-2796392" y="1193390"/>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50" name="Rechthoek 49">
                <a:extLst>
                  <a:ext uri="{FF2B5EF4-FFF2-40B4-BE49-F238E27FC236}">
                    <a16:creationId xmlns:a16="http://schemas.microsoft.com/office/drawing/2014/main" id="{78C0EF39-F48F-5D0D-2009-4C8B1FCB2B94}"/>
                  </a:ext>
                </a:extLst>
              </p:cNvPr>
              <p:cNvSpPr/>
              <p:nvPr/>
            </p:nvSpPr>
            <p:spPr>
              <a:xfrm>
                <a:off x="-2796392" y="1216707"/>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51" name="Rechthoek 50">
                <a:extLst>
                  <a:ext uri="{FF2B5EF4-FFF2-40B4-BE49-F238E27FC236}">
                    <a16:creationId xmlns:a16="http://schemas.microsoft.com/office/drawing/2014/main" id="{099BE90A-FBDA-D284-FD20-09F2B8F4ACBD}"/>
                  </a:ext>
                </a:extLst>
              </p:cNvPr>
              <p:cNvSpPr/>
              <p:nvPr/>
            </p:nvSpPr>
            <p:spPr>
              <a:xfrm>
                <a:off x="-2796392" y="1170074"/>
                <a:ext cx="120832" cy="1162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grpSp>
        <p:sp>
          <p:nvSpPr>
            <p:cNvPr id="18" name="Afgeronde rechthoek 69">
              <a:extLst>
                <a:ext uri="{FF2B5EF4-FFF2-40B4-BE49-F238E27FC236}">
                  <a16:creationId xmlns:a16="http://schemas.microsoft.com/office/drawing/2014/main" id="{48542D55-FB83-7441-4777-E0982B493A70}"/>
                </a:ext>
              </a:extLst>
            </p:cNvPr>
            <p:cNvSpPr/>
            <p:nvPr/>
          </p:nvSpPr>
          <p:spPr>
            <a:xfrm>
              <a:off x="1804968" y="1784899"/>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19" name="Rechthoek 18">
              <a:extLst>
                <a:ext uri="{FF2B5EF4-FFF2-40B4-BE49-F238E27FC236}">
                  <a16:creationId xmlns:a16="http://schemas.microsoft.com/office/drawing/2014/main" id="{D5F70ADE-FE33-E9EA-3FD9-0ACA03043EE2}"/>
                </a:ext>
              </a:extLst>
            </p:cNvPr>
            <p:cNvSpPr/>
            <p:nvPr userDrawn="1"/>
          </p:nvSpPr>
          <p:spPr>
            <a:xfrm>
              <a:off x="1884352" y="186606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20" name="Rechthoek 19">
              <a:extLst>
                <a:ext uri="{FF2B5EF4-FFF2-40B4-BE49-F238E27FC236}">
                  <a16:creationId xmlns:a16="http://schemas.microsoft.com/office/drawing/2014/main" id="{0D996049-C50D-F5C3-C62F-1FF94B2587FD}"/>
                </a:ext>
              </a:extLst>
            </p:cNvPr>
            <p:cNvSpPr/>
            <p:nvPr userDrawn="1"/>
          </p:nvSpPr>
          <p:spPr>
            <a:xfrm>
              <a:off x="1884352" y="197824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21" name="Rechthoek 20">
              <a:extLst>
                <a:ext uri="{FF2B5EF4-FFF2-40B4-BE49-F238E27FC236}">
                  <a16:creationId xmlns:a16="http://schemas.microsoft.com/office/drawing/2014/main" id="{BE03D25C-B0CE-8424-C44C-2EC7EBEF80F3}"/>
                </a:ext>
              </a:extLst>
            </p:cNvPr>
            <p:cNvSpPr/>
            <p:nvPr userDrawn="1"/>
          </p:nvSpPr>
          <p:spPr>
            <a:xfrm>
              <a:off x="1884352" y="2009000"/>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22" name="Rechthoek 21">
              <a:extLst>
                <a:ext uri="{FF2B5EF4-FFF2-40B4-BE49-F238E27FC236}">
                  <a16:creationId xmlns:a16="http://schemas.microsoft.com/office/drawing/2014/main" id="{42DAA66F-C6D0-3499-D7E6-2CCC6863493A}"/>
                </a:ext>
              </a:extLst>
            </p:cNvPr>
            <p:cNvSpPr/>
            <p:nvPr userDrawn="1"/>
          </p:nvSpPr>
          <p:spPr>
            <a:xfrm>
              <a:off x="1954579" y="186606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23" name="Rechthoek 22">
              <a:extLst>
                <a:ext uri="{FF2B5EF4-FFF2-40B4-BE49-F238E27FC236}">
                  <a16:creationId xmlns:a16="http://schemas.microsoft.com/office/drawing/2014/main" id="{724C38FC-A3AE-AC13-DABA-E2BD32F1161B}"/>
                </a:ext>
              </a:extLst>
            </p:cNvPr>
            <p:cNvSpPr/>
            <p:nvPr userDrawn="1"/>
          </p:nvSpPr>
          <p:spPr>
            <a:xfrm>
              <a:off x="1954579" y="1978241"/>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24" name="Rechthoek 23">
              <a:extLst>
                <a:ext uri="{FF2B5EF4-FFF2-40B4-BE49-F238E27FC236}">
                  <a16:creationId xmlns:a16="http://schemas.microsoft.com/office/drawing/2014/main" id="{11E2309D-725D-928B-F779-88FDE758CA14}"/>
                </a:ext>
              </a:extLst>
            </p:cNvPr>
            <p:cNvSpPr/>
            <p:nvPr userDrawn="1"/>
          </p:nvSpPr>
          <p:spPr>
            <a:xfrm>
              <a:off x="1954579" y="2009000"/>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25" name="Rechthoek 24">
              <a:extLst>
                <a:ext uri="{FF2B5EF4-FFF2-40B4-BE49-F238E27FC236}">
                  <a16:creationId xmlns:a16="http://schemas.microsoft.com/office/drawing/2014/main" id="{4F23BA46-A8DA-5C9A-EE5F-33BB6102CD7F}"/>
                </a:ext>
              </a:extLst>
            </p:cNvPr>
            <p:cNvSpPr/>
            <p:nvPr userDrawn="1"/>
          </p:nvSpPr>
          <p:spPr>
            <a:xfrm>
              <a:off x="1954579" y="190268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26" name="Rechthoek 25">
              <a:extLst>
                <a:ext uri="{FF2B5EF4-FFF2-40B4-BE49-F238E27FC236}">
                  <a16:creationId xmlns:a16="http://schemas.microsoft.com/office/drawing/2014/main" id="{8BD724E3-E2C1-A062-E2F6-135679472D62}"/>
                </a:ext>
              </a:extLst>
            </p:cNvPr>
            <p:cNvSpPr/>
            <p:nvPr userDrawn="1"/>
          </p:nvSpPr>
          <p:spPr>
            <a:xfrm>
              <a:off x="1954579" y="1941361"/>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27" name="Rechthoek 26">
              <a:extLst>
                <a:ext uri="{FF2B5EF4-FFF2-40B4-BE49-F238E27FC236}">
                  <a16:creationId xmlns:a16="http://schemas.microsoft.com/office/drawing/2014/main" id="{09BCAB69-D3F7-6C58-E9F9-B218356984FF}"/>
                </a:ext>
              </a:extLst>
            </p:cNvPr>
            <p:cNvSpPr/>
            <p:nvPr userDrawn="1"/>
          </p:nvSpPr>
          <p:spPr>
            <a:xfrm>
              <a:off x="1954579" y="1840108"/>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28" name="Rechthoek 27">
              <a:extLst>
                <a:ext uri="{FF2B5EF4-FFF2-40B4-BE49-F238E27FC236}">
                  <a16:creationId xmlns:a16="http://schemas.microsoft.com/office/drawing/2014/main" id="{A9163649-840F-62A9-4E54-75303B84AA71}"/>
                </a:ext>
              </a:extLst>
            </p:cNvPr>
            <p:cNvSpPr/>
            <p:nvPr userDrawn="1"/>
          </p:nvSpPr>
          <p:spPr>
            <a:xfrm>
              <a:off x="1954579" y="2036603"/>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29" name="Vrije vorm 81">
              <a:extLst>
                <a:ext uri="{FF2B5EF4-FFF2-40B4-BE49-F238E27FC236}">
                  <a16:creationId xmlns:a16="http://schemas.microsoft.com/office/drawing/2014/main" id="{C2E05E14-D346-ED64-799E-2352161F3B12}"/>
                </a:ext>
              </a:extLst>
            </p:cNvPr>
            <p:cNvSpPr/>
            <p:nvPr userDrawn="1"/>
          </p:nvSpPr>
          <p:spPr>
            <a:xfrm>
              <a:off x="1858046" y="1896954"/>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cxnSp>
          <p:nvCxnSpPr>
            <p:cNvPr id="30" name="Rechte verbindingslijn 29">
              <a:extLst>
                <a:ext uri="{FF2B5EF4-FFF2-40B4-BE49-F238E27FC236}">
                  <a16:creationId xmlns:a16="http://schemas.microsoft.com/office/drawing/2014/main" id="{5F029EF4-DEFC-6573-D928-0C33BBF406B8}"/>
                </a:ext>
              </a:extLst>
            </p:cNvPr>
            <p:cNvCxnSpPr>
              <a:cxnSpLocks/>
              <a:stCxn id="113" idx="2"/>
              <a:endCxn id="121" idx="1"/>
            </p:cNvCxnSpPr>
            <p:nvPr/>
          </p:nvCxnSpPr>
          <p:spPr>
            <a:xfrm>
              <a:off x="1025775" y="1879170"/>
              <a:ext cx="779193" cy="67767"/>
            </a:xfrm>
            <a:prstGeom prst="line">
              <a:avLst/>
            </a:prstGeom>
            <a:noFill/>
            <a:ln w="9525" cap="flat" cmpd="sng" algn="ctr">
              <a:solidFill>
                <a:schemeClr val="accent1"/>
              </a:solidFill>
              <a:prstDash val="solid"/>
              <a:headEnd type="oval"/>
            </a:ln>
            <a:effectLst/>
          </p:spPr>
        </p:cxnSp>
        <p:cxnSp>
          <p:nvCxnSpPr>
            <p:cNvPr id="31" name="Rechte verbindingslijn 30">
              <a:extLst>
                <a:ext uri="{FF2B5EF4-FFF2-40B4-BE49-F238E27FC236}">
                  <a16:creationId xmlns:a16="http://schemas.microsoft.com/office/drawing/2014/main" id="{861CF9B4-7EE4-796B-B128-6A9A4BE324B4}"/>
                </a:ext>
              </a:extLst>
            </p:cNvPr>
            <p:cNvCxnSpPr>
              <a:cxnSpLocks/>
              <a:stCxn id="112" idx="3"/>
            </p:cNvCxnSpPr>
            <p:nvPr/>
          </p:nvCxnSpPr>
          <p:spPr>
            <a:xfrm flipV="1">
              <a:off x="1355195" y="1497679"/>
              <a:ext cx="449773" cy="274265"/>
            </a:xfrm>
            <a:prstGeom prst="line">
              <a:avLst/>
            </a:prstGeom>
            <a:noFill/>
            <a:ln w="9525" cap="flat" cmpd="sng" algn="ctr">
              <a:solidFill>
                <a:schemeClr val="accent1"/>
              </a:solidFill>
              <a:prstDash val="solid"/>
              <a:headEnd type="oval"/>
            </a:ln>
            <a:effectLst/>
          </p:spPr>
        </p:cxnSp>
        <p:sp>
          <p:nvSpPr>
            <p:cNvPr id="32" name="Afgeronde rechthoek 67">
              <a:extLst>
                <a:ext uri="{FF2B5EF4-FFF2-40B4-BE49-F238E27FC236}">
                  <a16:creationId xmlns:a16="http://schemas.microsoft.com/office/drawing/2014/main" id="{52861F06-0093-FEB5-E784-B0211BD1D8EB}"/>
                </a:ext>
              </a:extLst>
            </p:cNvPr>
            <p:cNvSpPr/>
            <p:nvPr/>
          </p:nvSpPr>
          <p:spPr>
            <a:xfrm>
              <a:off x="898178" y="1257934"/>
              <a:ext cx="513775" cy="333502"/>
            </a:xfrm>
            <a:prstGeom prst="roundRect">
              <a:avLst>
                <a:gd name="adj" fmla="val 7565"/>
              </a:avLst>
            </a:prstGeom>
            <a:gradFill>
              <a:gsLst>
                <a:gs pos="0">
                  <a:srgbClr val="FFEC8F"/>
                </a:gs>
                <a:gs pos="100000">
                  <a:srgbClr val="FFFFFF"/>
                </a:gs>
              </a:gsLst>
              <a:lin ang="5400000" scaled="0"/>
            </a:gra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ea typeface="+mn-ea"/>
                <a:cs typeface="+mn-cs"/>
              </a:endParaRPr>
            </a:p>
          </p:txBody>
        </p:sp>
        <p:sp>
          <p:nvSpPr>
            <p:cNvPr id="33" name="Vrije vorm 68">
              <a:extLst>
                <a:ext uri="{FF2B5EF4-FFF2-40B4-BE49-F238E27FC236}">
                  <a16:creationId xmlns:a16="http://schemas.microsoft.com/office/drawing/2014/main" id="{E84EBAC5-F9F4-FC53-B4A7-613086F2BAAC}"/>
                </a:ext>
              </a:extLst>
            </p:cNvPr>
            <p:cNvSpPr/>
            <p:nvPr/>
          </p:nvSpPr>
          <p:spPr>
            <a:xfrm>
              <a:off x="892113" y="1299371"/>
              <a:ext cx="519840" cy="297000"/>
            </a:xfrm>
            <a:custGeom>
              <a:avLst/>
              <a:gdLst>
                <a:gd name="connsiteX0" fmla="*/ 55524 w 528695"/>
                <a:gd name="connsiteY0" fmla="*/ 0 h 302059"/>
                <a:gd name="connsiteX1" fmla="*/ 455496 w 528695"/>
                <a:gd name="connsiteY1" fmla="*/ 0 h 302059"/>
                <a:gd name="connsiteX2" fmla="*/ 475205 w 528695"/>
                <a:gd name="connsiteY2" fmla="*/ 19709 h 302059"/>
                <a:gd name="connsiteX3" fmla="*/ 475205 w 528695"/>
                <a:gd name="connsiteY3" fmla="*/ 230056 h 302059"/>
                <a:gd name="connsiteX4" fmla="*/ 516694 w 528695"/>
                <a:gd name="connsiteY4" fmla="*/ 230056 h 302059"/>
                <a:gd name="connsiteX5" fmla="*/ 528695 w 528695"/>
                <a:gd name="connsiteY5" fmla="*/ 242057 h 302059"/>
                <a:gd name="connsiteX6" fmla="*/ 528695 w 528695"/>
                <a:gd name="connsiteY6" fmla="*/ 290058 h 302059"/>
                <a:gd name="connsiteX7" fmla="*/ 516694 w 528695"/>
                <a:gd name="connsiteY7" fmla="*/ 302059 h 302059"/>
                <a:gd name="connsiteX8" fmla="*/ 12001 w 528695"/>
                <a:gd name="connsiteY8" fmla="*/ 302059 h 302059"/>
                <a:gd name="connsiteX9" fmla="*/ 0 w 528695"/>
                <a:gd name="connsiteY9" fmla="*/ 290058 h 302059"/>
                <a:gd name="connsiteX10" fmla="*/ 0 w 528695"/>
                <a:gd name="connsiteY10" fmla="*/ 242057 h 302059"/>
                <a:gd name="connsiteX11" fmla="*/ 12001 w 528695"/>
                <a:gd name="connsiteY11" fmla="*/ 230056 h 302059"/>
                <a:gd name="connsiteX12" fmla="*/ 35815 w 528695"/>
                <a:gd name="connsiteY12" fmla="*/ 230056 h 302059"/>
                <a:gd name="connsiteX13" fmla="*/ 35815 w 528695"/>
                <a:gd name="connsiteY13" fmla="*/ 19709 h 302059"/>
                <a:gd name="connsiteX14" fmla="*/ 55524 w 528695"/>
                <a:gd name="connsiteY14" fmla="*/ 0 h 302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8695" h="302059">
                  <a:moveTo>
                    <a:pt x="55524" y="0"/>
                  </a:moveTo>
                  <a:lnTo>
                    <a:pt x="455496" y="0"/>
                  </a:lnTo>
                  <a:cubicBezTo>
                    <a:pt x="466381" y="0"/>
                    <a:pt x="475205" y="8824"/>
                    <a:pt x="475205" y="19709"/>
                  </a:cubicBezTo>
                  <a:lnTo>
                    <a:pt x="475205" y="230056"/>
                  </a:lnTo>
                  <a:lnTo>
                    <a:pt x="516694" y="230056"/>
                  </a:lnTo>
                  <a:cubicBezTo>
                    <a:pt x="523322" y="230056"/>
                    <a:pt x="528695" y="235429"/>
                    <a:pt x="528695" y="242057"/>
                  </a:cubicBezTo>
                  <a:lnTo>
                    <a:pt x="528695" y="290058"/>
                  </a:lnTo>
                  <a:cubicBezTo>
                    <a:pt x="528695" y="296686"/>
                    <a:pt x="523322" y="302059"/>
                    <a:pt x="516694" y="302059"/>
                  </a:cubicBezTo>
                  <a:lnTo>
                    <a:pt x="12001" y="302059"/>
                  </a:lnTo>
                  <a:cubicBezTo>
                    <a:pt x="5373" y="302059"/>
                    <a:pt x="0" y="296686"/>
                    <a:pt x="0" y="290058"/>
                  </a:cubicBezTo>
                  <a:lnTo>
                    <a:pt x="0" y="242057"/>
                  </a:lnTo>
                  <a:cubicBezTo>
                    <a:pt x="0" y="235429"/>
                    <a:pt x="5373" y="230056"/>
                    <a:pt x="12001" y="230056"/>
                  </a:cubicBezTo>
                  <a:lnTo>
                    <a:pt x="35815" y="230056"/>
                  </a:lnTo>
                  <a:lnTo>
                    <a:pt x="35815" y="19709"/>
                  </a:lnTo>
                  <a:cubicBezTo>
                    <a:pt x="35815" y="8824"/>
                    <a:pt x="44639" y="0"/>
                    <a:pt x="55524" y="0"/>
                  </a:cubicBezTo>
                  <a:close/>
                </a:path>
              </a:pathLst>
            </a:custGeom>
            <a:solidFill>
              <a:sysClr val="window" lastClr="FFFFFF">
                <a:lumMod val="95000"/>
              </a:sysClr>
            </a:solidFill>
            <a:ln w="9525" cap="flat" cmpd="sng" algn="ctr">
              <a:solidFill>
                <a:srgbClr val="9DAB99">
                  <a:lumMod val="90000"/>
                </a:srgbClr>
              </a:solidFill>
              <a:prstDash val="solid"/>
            </a:ln>
            <a:effectLst/>
          </p:spPr>
          <p:txBody>
            <a:bodyPr rot="0" spcFirstLastPara="0" vert="horz" wrap="square" lIns="108000" tIns="36000" rIns="108000" bIns="108000" numCol="1" spcCol="0" rtlCol="0" fromWordArt="0" anchor="ctr" anchorCtr="0" forceAA="0" compatLnSpc="1">
              <a:prstTxWarp prst="textNoShape">
                <a:avLst/>
              </a:prstTxWarp>
              <a:noAutofit/>
            </a:bodyPr>
            <a:lstStyle>
              <a:defPPr>
                <a:defRPr lang="nl-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schemeClr val="accent1"/>
                  </a:solidFill>
                  <a:effectLst/>
                  <a:uLnTx/>
                  <a:uFillTx/>
                  <a:latin typeface="+mn-lt"/>
                  <a:ea typeface="+mn-ea"/>
                  <a:cs typeface="+mn-cs"/>
                </a:rPr>
                <a:t>Start</a:t>
              </a:r>
            </a:p>
          </p:txBody>
        </p:sp>
        <p:grpSp>
          <p:nvGrpSpPr>
            <p:cNvPr id="34" name="Groep 33">
              <a:extLst>
                <a:ext uri="{FF2B5EF4-FFF2-40B4-BE49-F238E27FC236}">
                  <a16:creationId xmlns:a16="http://schemas.microsoft.com/office/drawing/2014/main" id="{4BFEFD62-E52D-554A-061A-B528F2C14F2F}"/>
                </a:ext>
              </a:extLst>
            </p:cNvPr>
            <p:cNvGrpSpPr/>
            <p:nvPr userDrawn="1"/>
          </p:nvGrpSpPr>
          <p:grpSpPr>
            <a:xfrm flipH="1">
              <a:off x="1804968" y="1387470"/>
              <a:ext cx="313472" cy="324076"/>
              <a:chOff x="-2613177" y="1836300"/>
              <a:chExt cx="313472" cy="324076"/>
            </a:xfrm>
          </p:grpSpPr>
          <p:sp>
            <p:nvSpPr>
              <p:cNvPr id="35" name="Afgeronde rechthoek 69">
                <a:extLst>
                  <a:ext uri="{FF2B5EF4-FFF2-40B4-BE49-F238E27FC236}">
                    <a16:creationId xmlns:a16="http://schemas.microsoft.com/office/drawing/2014/main" id="{8E0EE1F3-A8E3-D19E-B7C1-72D81A7F0CF2}"/>
                  </a:ext>
                </a:extLst>
              </p:cNvPr>
              <p:cNvSpPr/>
              <p:nvPr userDrawn="1"/>
            </p:nvSpPr>
            <p:spPr>
              <a:xfrm>
                <a:off x="-2613177" y="1836300"/>
                <a:ext cx="313472" cy="324076"/>
              </a:xfrm>
              <a:prstGeom prst="roundRect">
                <a:avLst>
                  <a:gd name="adj" fmla="val 10944"/>
                </a:avLst>
              </a:prstGeom>
              <a:solidFill>
                <a:srgbClr val="FFFFFF"/>
              </a:solidFill>
              <a:ln w="12700" cap="flat" cmpd="sng" algn="ctr">
                <a:solidFill>
                  <a:schemeClr val="accent1"/>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36" name="Rechthoek 35">
                <a:extLst>
                  <a:ext uri="{FF2B5EF4-FFF2-40B4-BE49-F238E27FC236}">
                    <a16:creationId xmlns:a16="http://schemas.microsoft.com/office/drawing/2014/main" id="{ACCA036E-AA66-E3B4-D972-423FC84CF026}"/>
                  </a:ext>
                </a:extLst>
              </p:cNvPr>
              <p:cNvSpPr/>
              <p:nvPr userDrawn="1"/>
            </p:nvSpPr>
            <p:spPr>
              <a:xfrm>
                <a:off x="-2533793" y="191746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37" name="Rechthoek 36">
                <a:extLst>
                  <a:ext uri="{FF2B5EF4-FFF2-40B4-BE49-F238E27FC236}">
                    <a16:creationId xmlns:a16="http://schemas.microsoft.com/office/drawing/2014/main" id="{B7C93C17-2827-A879-4635-6FEB55833649}"/>
                  </a:ext>
                </a:extLst>
              </p:cNvPr>
              <p:cNvSpPr/>
              <p:nvPr userDrawn="1"/>
            </p:nvSpPr>
            <p:spPr>
              <a:xfrm>
                <a:off x="-2533793" y="2029642"/>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38" name="Rechthoek 37">
                <a:extLst>
                  <a:ext uri="{FF2B5EF4-FFF2-40B4-BE49-F238E27FC236}">
                    <a16:creationId xmlns:a16="http://schemas.microsoft.com/office/drawing/2014/main" id="{8B68F6B6-0624-F04F-A230-EF630B68B592}"/>
                  </a:ext>
                </a:extLst>
              </p:cNvPr>
              <p:cNvSpPr/>
              <p:nvPr userDrawn="1"/>
            </p:nvSpPr>
            <p:spPr>
              <a:xfrm>
                <a:off x="-2533793" y="2060401"/>
                <a:ext cx="49894"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39" name="Rechthoek 38">
                <a:extLst>
                  <a:ext uri="{FF2B5EF4-FFF2-40B4-BE49-F238E27FC236}">
                    <a16:creationId xmlns:a16="http://schemas.microsoft.com/office/drawing/2014/main" id="{A476BDE3-D46E-3C30-6A45-E2D8C273D808}"/>
                  </a:ext>
                </a:extLst>
              </p:cNvPr>
              <p:cNvSpPr/>
              <p:nvPr userDrawn="1"/>
            </p:nvSpPr>
            <p:spPr>
              <a:xfrm>
                <a:off x="-2463566" y="191746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40" name="Rechthoek 39">
                <a:extLst>
                  <a:ext uri="{FF2B5EF4-FFF2-40B4-BE49-F238E27FC236}">
                    <a16:creationId xmlns:a16="http://schemas.microsoft.com/office/drawing/2014/main" id="{8094DDF2-26D0-F314-A4A9-39111BD88356}"/>
                  </a:ext>
                </a:extLst>
              </p:cNvPr>
              <p:cNvSpPr/>
              <p:nvPr userDrawn="1"/>
            </p:nvSpPr>
            <p:spPr>
              <a:xfrm>
                <a:off x="-2463566" y="2029642"/>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41" name="Rechthoek 40">
                <a:extLst>
                  <a:ext uri="{FF2B5EF4-FFF2-40B4-BE49-F238E27FC236}">
                    <a16:creationId xmlns:a16="http://schemas.microsoft.com/office/drawing/2014/main" id="{D8B3D045-369F-9C8C-C3C4-30E56002AF4A}"/>
                  </a:ext>
                </a:extLst>
              </p:cNvPr>
              <p:cNvSpPr/>
              <p:nvPr userDrawn="1"/>
            </p:nvSpPr>
            <p:spPr>
              <a:xfrm>
                <a:off x="-2463566" y="2060401"/>
                <a:ext cx="19386"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42" name="Rechthoek 41">
                <a:extLst>
                  <a:ext uri="{FF2B5EF4-FFF2-40B4-BE49-F238E27FC236}">
                    <a16:creationId xmlns:a16="http://schemas.microsoft.com/office/drawing/2014/main" id="{5C4A89EE-001D-07CB-CFD6-A20318368127}"/>
                  </a:ext>
                </a:extLst>
              </p:cNvPr>
              <p:cNvSpPr/>
              <p:nvPr userDrawn="1"/>
            </p:nvSpPr>
            <p:spPr>
              <a:xfrm>
                <a:off x="-2463566" y="1954083"/>
                <a:ext cx="11078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43" name="Rechthoek 42">
                <a:extLst>
                  <a:ext uri="{FF2B5EF4-FFF2-40B4-BE49-F238E27FC236}">
                    <a16:creationId xmlns:a16="http://schemas.microsoft.com/office/drawing/2014/main" id="{64BC48D0-39AA-B800-B949-48965EA1CAF0}"/>
                  </a:ext>
                </a:extLst>
              </p:cNvPr>
              <p:cNvSpPr/>
              <p:nvPr userDrawn="1"/>
            </p:nvSpPr>
            <p:spPr>
              <a:xfrm>
                <a:off x="-2463566" y="1992762"/>
                <a:ext cx="66123" cy="22844"/>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44" name="Rechthoek 43">
                <a:extLst>
                  <a:ext uri="{FF2B5EF4-FFF2-40B4-BE49-F238E27FC236}">
                    <a16:creationId xmlns:a16="http://schemas.microsoft.com/office/drawing/2014/main" id="{59E63403-8F4C-2CF6-78EA-6558F248B667}"/>
                  </a:ext>
                </a:extLst>
              </p:cNvPr>
              <p:cNvSpPr/>
              <p:nvPr userDrawn="1"/>
            </p:nvSpPr>
            <p:spPr>
              <a:xfrm>
                <a:off x="-2463566" y="1891509"/>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45" name="Rechthoek 44">
                <a:extLst>
                  <a:ext uri="{FF2B5EF4-FFF2-40B4-BE49-F238E27FC236}">
                    <a16:creationId xmlns:a16="http://schemas.microsoft.com/office/drawing/2014/main" id="{A557A891-D4EB-6552-AEA5-B03DB2BB9FD0}"/>
                  </a:ext>
                </a:extLst>
              </p:cNvPr>
              <p:cNvSpPr/>
              <p:nvPr userDrawn="1"/>
            </p:nvSpPr>
            <p:spPr>
              <a:xfrm>
                <a:off x="-2463566" y="2088004"/>
                <a:ext cx="9693" cy="17163"/>
              </a:xfrm>
              <a:prstGeom prst="rect">
                <a:avLst/>
              </a:prstGeom>
              <a:solidFill>
                <a:srgbClr val="000000"/>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sp>
            <p:nvSpPr>
              <p:cNvPr id="46" name="Vrije vorm 81">
                <a:extLst>
                  <a:ext uri="{FF2B5EF4-FFF2-40B4-BE49-F238E27FC236}">
                    <a16:creationId xmlns:a16="http://schemas.microsoft.com/office/drawing/2014/main" id="{B15CE420-24C5-4B54-05E1-7F548B210CDE}"/>
                  </a:ext>
                </a:extLst>
              </p:cNvPr>
              <p:cNvSpPr/>
              <p:nvPr userDrawn="1"/>
            </p:nvSpPr>
            <p:spPr>
              <a:xfrm>
                <a:off x="-2560099" y="1948355"/>
                <a:ext cx="83088" cy="66075"/>
              </a:xfrm>
              <a:custGeom>
                <a:avLst/>
                <a:gdLst>
                  <a:gd name="connsiteX0" fmla="*/ 635000 w 762000"/>
                  <a:gd name="connsiteY0" fmla="*/ 0 h 575734"/>
                  <a:gd name="connsiteX1" fmla="*/ 482600 w 762000"/>
                  <a:gd name="connsiteY1" fmla="*/ 203200 h 575734"/>
                  <a:gd name="connsiteX2" fmla="*/ 762000 w 762000"/>
                  <a:gd name="connsiteY2" fmla="*/ 203200 h 575734"/>
                  <a:gd name="connsiteX3" fmla="*/ 762000 w 762000"/>
                  <a:gd name="connsiteY3" fmla="*/ 364067 h 575734"/>
                  <a:gd name="connsiteX4" fmla="*/ 482600 w 762000"/>
                  <a:gd name="connsiteY4" fmla="*/ 364067 h 575734"/>
                  <a:gd name="connsiteX5" fmla="*/ 635000 w 762000"/>
                  <a:gd name="connsiteY5" fmla="*/ 575734 h 575734"/>
                  <a:gd name="connsiteX6" fmla="*/ 524933 w 762000"/>
                  <a:gd name="connsiteY6" fmla="*/ 575734 h 575734"/>
                  <a:gd name="connsiteX7" fmla="*/ 0 w 762000"/>
                  <a:gd name="connsiteY7" fmla="*/ 313267 h 575734"/>
                  <a:gd name="connsiteX8" fmla="*/ 533400 w 762000"/>
                  <a:gd name="connsiteY8" fmla="*/ 0 h 575734"/>
                  <a:gd name="connsiteX9" fmla="*/ 635000 w 762000"/>
                  <a:gd name="connsiteY9" fmla="*/ 0 h 57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575734">
                    <a:moveTo>
                      <a:pt x="635000" y="0"/>
                    </a:moveTo>
                    <a:lnTo>
                      <a:pt x="482600" y="203200"/>
                    </a:lnTo>
                    <a:lnTo>
                      <a:pt x="762000" y="203200"/>
                    </a:lnTo>
                    <a:lnTo>
                      <a:pt x="762000" y="364067"/>
                    </a:lnTo>
                    <a:lnTo>
                      <a:pt x="482600" y="364067"/>
                    </a:lnTo>
                    <a:lnTo>
                      <a:pt x="635000" y="575734"/>
                    </a:lnTo>
                    <a:lnTo>
                      <a:pt x="524933" y="575734"/>
                    </a:lnTo>
                    <a:lnTo>
                      <a:pt x="0" y="313267"/>
                    </a:lnTo>
                    <a:lnTo>
                      <a:pt x="533400" y="0"/>
                    </a:lnTo>
                    <a:lnTo>
                      <a:pt x="635000" y="0"/>
                    </a:lnTo>
                    <a:close/>
                  </a:path>
                </a:pathLst>
              </a:custGeom>
              <a:solidFill>
                <a:srgbClr val="003C75"/>
              </a:solidFill>
              <a:ln w="25400" cap="flat" cmpd="sng" algn="ctr">
                <a:no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600" b="0" i="0" u="none" strike="noStrike" kern="0" cap="none" spc="0" normalizeH="0" baseline="0" noProof="0">
                  <a:ln>
                    <a:noFill/>
                  </a:ln>
                  <a:solidFill>
                    <a:schemeClr val="accent1"/>
                  </a:solidFill>
                  <a:effectLst/>
                  <a:uLnTx/>
                  <a:uFillTx/>
                  <a:latin typeface="+mn-lt"/>
                  <a:cs typeface="Segoe UI Light" panose="020B0502040204020203" pitchFamily="34" charset="0"/>
                </a:endParaRPr>
              </a:p>
            </p:txBody>
          </p:sp>
        </p:grpSp>
      </p:grpSp>
      <p:sp>
        <p:nvSpPr>
          <p:cNvPr id="57" name="Tijdelijke aanduiding voor tekst 2">
            <a:extLst>
              <a:ext uri="{FF2B5EF4-FFF2-40B4-BE49-F238E27FC236}">
                <a16:creationId xmlns:a16="http://schemas.microsoft.com/office/drawing/2014/main" id="{2E9A417B-03AD-059C-5C44-EB2DE650D6AC}"/>
              </a:ext>
            </a:extLst>
          </p:cNvPr>
          <p:cNvSpPr txBox="1">
            <a:spLocks/>
          </p:cNvSpPr>
          <p:nvPr userDrawn="1"/>
        </p:nvSpPr>
        <p:spPr>
          <a:xfrm>
            <a:off x="697817" y="5419542"/>
            <a:ext cx="4617964"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600200" lvl="3" indent="-228600" algn="l" defTabSz="914400" rtl="0" eaLnBrk="1" latinLnBrk="0" hangingPunct="1">
              <a:lnSpc>
                <a:spcPct val="90000"/>
              </a:lnSpc>
              <a:spcBef>
                <a:spcPts val="500"/>
              </a:spcBef>
              <a:buClr>
                <a:schemeClr val="tx1"/>
              </a:buClr>
              <a:buSzPct val="100000"/>
              <a:buFont typeface="Arial" panose="020B0604020202020204" pitchFamily="34" charset="0"/>
              <a:buChar char="•"/>
            </a:pPr>
            <a:r>
              <a:rPr lang="nl-BE" sz="1800" kern="1200" err="1">
                <a:solidFill>
                  <a:schemeClr val="tx1"/>
                </a:solidFill>
                <a:latin typeface="Rubik" pitchFamily="2" charset="-79"/>
                <a:ea typeface="+mn-ea"/>
                <a:cs typeface="Rubik" pitchFamily="2" charset="-79"/>
              </a:rPr>
              <a:t>Fourth</a:t>
            </a:r>
            <a:r>
              <a:rPr lang="nl-BE" sz="1800" kern="1200">
                <a:solidFill>
                  <a:schemeClr val="tx1"/>
                </a:solidFill>
                <a:latin typeface="Rubik" pitchFamily="2" charset="-79"/>
                <a:ea typeface="+mn-ea"/>
                <a:cs typeface="Rubik" pitchFamily="2" charset="-79"/>
              </a:rPr>
              <a:t> level (18pt)</a:t>
            </a:r>
          </a:p>
        </p:txBody>
      </p:sp>
      <p:sp>
        <p:nvSpPr>
          <p:cNvPr id="58" name="Tijdelijke aanduiding voor tekst 2">
            <a:extLst>
              <a:ext uri="{FF2B5EF4-FFF2-40B4-BE49-F238E27FC236}">
                <a16:creationId xmlns:a16="http://schemas.microsoft.com/office/drawing/2014/main" id="{58095929-A342-E1C0-D6A0-846D2CF5400D}"/>
              </a:ext>
            </a:extLst>
          </p:cNvPr>
          <p:cNvSpPr txBox="1">
            <a:spLocks/>
          </p:cNvSpPr>
          <p:nvPr userDrawn="1"/>
        </p:nvSpPr>
        <p:spPr>
          <a:xfrm>
            <a:off x="697817" y="5753769"/>
            <a:ext cx="4617964" cy="303838"/>
          </a:xfrm>
          <a:prstGeom prst="rect">
            <a:avLst/>
          </a:prstGeom>
        </p:spPr>
        <p:txBody>
          <a:bodyPr vert="horz" lIns="0" tIns="0" rIns="0" bIns="0" rtlCol="0" anchor="t" anchorCtr="0">
            <a:noAutofit/>
          </a:bodyPr>
          <a:lstStyle>
            <a:lvl1pPr marL="72000" indent="-216000" algn="l" defTabSz="540000" rtl="0" eaLnBrk="1" latinLnBrk="0" hangingPunct="1">
              <a:lnSpc>
                <a:spcPct val="100000"/>
              </a:lnSpc>
              <a:spcBef>
                <a:spcPts val="600"/>
              </a:spcBef>
              <a:buSzPct val="50000"/>
              <a:buFont typeface="Wingdings 2" panose="05020102010507070707" pitchFamily="18" charset="2"/>
              <a:buChar char="¤"/>
              <a:defRPr sz="2800" kern="1200">
                <a:solidFill>
                  <a:schemeClr val="tx1"/>
                </a:solidFill>
                <a:latin typeface="+mn-lt"/>
                <a:ea typeface="+mn-ea"/>
                <a:cs typeface="+mn-cs"/>
              </a:defRPr>
            </a:lvl1pPr>
            <a:lvl2pPr marL="538163" indent="-216000" algn="l" defTabSz="914400" rtl="0" eaLnBrk="1" latinLnBrk="0" hangingPunct="1">
              <a:lnSpc>
                <a:spcPct val="100000"/>
              </a:lnSpc>
              <a:spcBef>
                <a:spcPts val="600"/>
              </a:spcBef>
              <a:buClr>
                <a:schemeClr val="accent2"/>
              </a:buClr>
              <a:buSzPct val="50000"/>
              <a:buFont typeface="Wingdings 2" panose="05020102010507070707" pitchFamily="18" charset="2"/>
              <a:buChar char="¼"/>
              <a:defRPr sz="2400" kern="1200">
                <a:solidFill>
                  <a:schemeClr val="tx1"/>
                </a:solidFill>
                <a:latin typeface="+mn-lt"/>
                <a:ea typeface="+mn-ea"/>
                <a:cs typeface="+mn-cs"/>
              </a:defRPr>
            </a:lvl2pPr>
            <a:lvl3pPr marL="900000" indent="-216000" algn="l" defTabSz="914400" rtl="0" eaLnBrk="1" latinLnBrk="0" hangingPunct="1">
              <a:lnSpc>
                <a:spcPct val="100000"/>
              </a:lnSpc>
              <a:spcBef>
                <a:spcPts val="600"/>
              </a:spcBef>
              <a:buClr>
                <a:schemeClr val="accent3"/>
              </a:buClr>
              <a:buSzPct val="50000"/>
              <a:buFont typeface="Wingdings 2" panose="05020102010507070707" pitchFamily="18" charset="2"/>
              <a:buChar char=""/>
              <a:defRPr sz="2000" kern="1200">
                <a:solidFill>
                  <a:schemeClr val="tx1"/>
                </a:solidFill>
                <a:latin typeface="+mn-lt"/>
                <a:ea typeface="+mn-ea"/>
                <a:cs typeface="+mn-cs"/>
              </a:defRPr>
            </a:lvl3pPr>
            <a:lvl4pPr marL="1260000" indent="-216000" algn="l" defTabSz="914400" rtl="0" eaLnBrk="1" latinLnBrk="0" hangingPunct="1">
              <a:lnSpc>
                <a:spcPct val="100000"/>
              </a:lnSpc>
              <a:spcBef>
                <a:spcPts val="600"/>
              </a:spcBef>
              <a:buClr>
                <a:schemeClr val="tx1"/>
              </a:buClr>
              <a:buSzPct val="50000"/>
              <a:buFont typeface="Wingdings 3" panose="05040102010807070707" pitchFamily="18" charset="2"/>
              <a:buChar char="{"/>
              <a:defRPr sz="1800" kern="1200">
                <a:solidFill>
                  <a:schemeClr val="tx1"/>
                </a:solidFill>
                <a:latin typeface="+mn-lt"/>
                <a:ea typeface="+mn-ea"/>
                <a:cs typeface="+mn-cs"/>
              </a:defRPr>
            </a:lvl4pPr>
            <a:lvl5pPr marL="1620000" indent="-216000" algn="l" defTabSz="914400" rtl="0" eaLnBrk="1" latinLnBrk="0" hangingPunct="1">
              <a:lnSpc>
                <a:spcPct val="100000"/>
              </a:lnSpc>
              <a:spcBef>
                <a:spcPts val="600"/>
              </a:spcBef>
              <a:buClr>
                <a:schemeClr val="accent4"/>
              </a:buClr>
              <a:buSzPct val="50000"/>
              <a:buFont typeface="Wingdings 2" panose="05020102010507070707" pitchFamily="18" charset="2"/>
              <a:buChar char="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57400" lvl="4" indent="-228600" algn="l" defTabSz="914400" rtl="0" eaLnBrk="1" latinLnBrk="0" hangingPunct="1">
              <a:lnSpc>
                <a:spcPct val="90000"/>
              </a:lnSpc>
              <a:spcBef>
                <a:spcPts val="500"/>
              </a:spcBef>
              <a:buClr>
                <a:schemeClr val="tx1"/>
              </a:buClr>
              <a:buSzPct val="100000"/>
              <a:buFont typeface="Arial" panose="020B0604020202020204" pitchFamily="34" charset="0"/>
              <a:buChar char="•"/>
            </a:pPr>
            <a:r>
              <a:rPr lang="nl-BE" sz="1800" kern="1200" err="1">
                <a:solidFill>
                  <a:schemeClr val="tx1"/>
                </a:solidFill>
                <a:latin typeface="Rubik" pitchFamily="2" charset="-79"/>
                <a:ea typeface="+mn-ea"/>
                <a:cs typeface="Rubik" pitchFamily="2" charset="-79"/>
              </a:rPr>
              <a:t>Fifth</a:t>
            </a:r>
            <a:r>
              <a:rPr lang="nl-BE" sz="1800" kern="1200">
                <a:solidFill>
                  <a:schemeClr val="tx1"/>
                </a:solidFill>
                <a:latin typeface="Rubik" pitchFamily="2" charset="-79"/>
                <a:ea typeface="+mn-ea"/>
                <a:cs typeface="Rubik" pitchFamily="2" charset="-79"/>
              </a:rPr>
              <a:t> level (18pt)</a:t>
            </a:r>
          </a:p>
        </p:txBody>
      </p:sp>
      <p:sp>
        <p:nvSpPr>
          <p:cNvPr id="62" name="Rechthoek 61">
            <a:extLst>
              <a:ext uri="{FF2B5EF4-FFF2-40B4-BE49-F238E27FC236}">
                <a16:creationId xmlns:a16="http://schemas.microsoft.com/office/drawing/2014/main" id="{0F1F37F0-020A-4493-A6DC-09D34BB031BD}"/>
              </a:ext>
            </a:extLst>
          </p:cNvPr>
          <p:cNvSpPr/>
          <p:nvPr userDrawn="1"/>
        </p:nvSpPr>
        <p:spPr>
          <a:xfrm>
            <a:off x="6088165" y="987745"/>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a:solidFill>
                  <a:schemeClr val="accent1"/>
                </a:solidFill>
                <a:latin typeface="+mj-lt"/>
                <a:ea typeface="+mn-ea"/>
                <a:cs typeface="+mn-cs"/>
              </a:rPr>
              <a:t>Images / </a:t>
            </a:r>
            <a:r>
              <a:rPr lang="nl-NL" sz="1800" b="1" i="0" kern="1200" noProof="0" err="1">
                <a:solidFill>
                  <a:schemeClr val="accent1"/>
                </a:solidFill>
                <a:latin typeface="+mj-lt"/>
                <a:ea typeface="+mn-ea"/>
                <a:cs typeface="+mn-cs"/>
              </a:rPr>
              <a:t>Icons</a:t>
            </a:r>
            <a:endParaRPr lang="nl-NL" sz="1800" b="1" i="0" kern="1200" noProof="0">
              <a:solidFill>
                <a:schemeClr val="accent1"/>
              </a:solidFill>
              <a:latin typeface="+mj-lt"/>
              <a:ea typeface="+mn-ea"/>
              <a:cs typeface="+mn-cs"/>
            </a:endParaRPr>
          </a:p>
        </p:txBody>
      </p:sp>
      <p:cxnSp>
        <p:nvCxnSpPr>
          <p:cNvPr id="63" name="Rechte verbindingslijn 62">
            <a:extLst>
              <a:ext uri="{FF2B5EF4-FFF2-40B4-BE49-F238E27FC236}">
                <a16:creationId xmlns:a16="http://schemas.microsoft.com/office/drawing/2014/main" id="{F5304A8D-C3A5-A6FE-3086-2BE217286528}"/>
              </a:ext>
            </a:extLst>
          </p:cNvPr>
          <p:cNvCxnSpPr>
            <a:cxnSpLocks/>
          </p:cNvCxnSpPr>
          <p:nvPr userDrawn="1"/>
        </p:nvCxnSpPr>
        <p:spPr>
          <a:xfrm>
            <a:off x="6096000" y="1372493"/>
            <a:ext cx="5153526" cy="0"/>
          </a:xfrm>
          <a:prstGeom prst="line">
            <a:avLst/>
          </a:prstGeom>
          <a:noFill/>
          <a:ln w="9525" cap="flat" cmpd="sng" algn="ctr">
            <a:solidFill>
              <a:schemeClr val="accent1"/>
            </a:solidFill>
            <a:prstDash val="solid"/>
          </a:ln>
          <a:effectLst/>
        </p:spPr>
      </p:cxnSp>
      <p:sp>
        <p:nvSpPr>
          <p:cNvPr id="64" name="Tekstvak 63">
            <a:extLst>
              <a:ext uri="{FF2B5EF4-FFF2-40B4-BE49-F238E27FC236}">
                <a16:creationId xmlns:a16="http://schemas.microsoft.com/office/drawing/2014/main" id="{72245547-5E15-21F0-52BC-1E8AE8C35AC8}"/>
              </a:ext>
            </a:extLst>
          </p:cNvPr>
          <p:cNvSpPr txBox="1">
            <a:spLocks/>
          </p:cNvSpPr>
          <p:nvPr userDrawn="1"/>
        </p:nvSpPr>
        <p:spPr>
          <a:xfrm>
            <a:off x="6088164" y="1533155"/>
            <a:ext cx="5161362" cy="3045877"/>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lang="nl-NL" sz="1600" b="0" kern="1200" noProof="0">
                <a:solidFill>
                  <a:schemeClr val="tx1"/>
                </a:solidFill>
                <a:latin typeface="+mn-lt"/>
                <a:ea typeface="+mn-ea"/>
                <a:cs typeface="+mn-cs"/>
              </a:rPr>
              <a:t>Images </a:t>
            </a:r>
            <a:r>
              <a:rPr lang="nl-NL" sz="1600" b="0" kern="1200" noProof="0" err="1">
                <a:solidFill>
                  <a:schemeClr val="tx1"/>
                </a:solidFill>
                <a:latin typeface="+mn-lt"/>
                <a:ea typeface="+mn-ea"/>
                <a:cs typeface="+mn-cs"/>
              </a:rPr>
              <a:t>and</a:t>
            </a:r>
            <a:r>
              <a:rPr lang="nl-NL" sz="1600" b="0" kern="1200" noProof="0">
                <a:solidFill>
                  <a:schemeClr val="tx1"/>
                </a:solidFill>
                <a:latin typeface="+mn-lt"/>
                <a:ea typeface="+mn-ea"/>
                <a:cs typeface="+mn-cs"/>
              </a:rPr>
              <a:t> </a:t>
            </a:r>
            <a:r>
              <a:rPr lang="nl-NL" sz="1600" b="0" kern="1200" noProof="0" err="1">
                <a:solidFill>
                  <a:schemeClr val="tx1"/>
                </a:solidFill>
                <a:latin typeface="+mn-lt"/>
                <a:ea typeface="+mn-ea"/>
                <a:cs typeface="+mn-cs"/>
              </a:rPr>
              <a:t>icons</a:t>
            </a:r>
            <a:r>
              <a:rPr lang="nl-NL" sz="1600" b="0" kern="1200" noProof="0">
                <a:solidFill>
                  <a:schemeClr val="tx1"/>
                </a:solidFill>
                <a:latin typeface="+mn-lt"/>
                <a:ea typeface="+mn-ea"/>
                <a:cs typeface="+mn-cs"/>
              </a:rPr>
              <a:t> </a:t>
            </a:r>
            <a:r>
              <a:rPr lang="nl-NL" sz="1600" b="0" kern="1200" noProof="0" err="1">
                <a:solidFill>
                  <a:schemeClr val="tx1"/>
                </a:solidFill>
                <a:latin typeface="+mn-lt"/>
                <a:ea typeface="+mn-ea"/>
                <a:cs typeface="+mn-cs"/>
              </a:rPr>
              <a:t>can</a:t>
            </a:r>
            <a:r>
              <a:rPr lang="nl-NL" sz="1600" b="0" kern="1200" noProof="0">
                <a:solidFill>
                  <a:schemeClr val="tx1"/>
                </a:solidFill>
                <a:latin typeface="+mn-lt"/>
                <a:ea typeface="+mn-ea"/>
                <a:cs typeface="+mn-cs"/>
              </a:rPr>
              <a:t> </a:t>
            </a:r>
            <a:r>
              <a:rPr lang="nl-NL" sz="1600" b="0" kern="1200" noProof="0" err="1">
                <a:solidFill>
                  <a:schemeClr val="tx1"/>
                </a:solidFill>
                <a:latin typeface="+mn-lt"/>
                <a:ea typeface="+mn-ea"/>
                <a:cs typeface="+mn-cs"/>
              </a:rPr>
              <a:t>be</a:t>
            </a:r>
            <a:r>
              <a:rPr lang="nl-NL" sz="1600" b="0" kern="1200" noProof="0">
                <a:solidFill>
                  <a:schemeClr val="tx1"/>
                </a:solidFill>
                <a:latin typeface="+mn-lt"/>
                <a:ea typeface="+mn-ea"/>
                <a:cs typeface="+mn-cs"/>
              </a:rPr>
              <a:t> </a:t>
            </a:r>
            <a:r>
              <a:rPr lang="nl-NL" sz="1600" b="0" kern="1200" noProof="0" err="1">
                <a:solidFill>
                  <a:schemeClr val="tx1"/>
                </a:solidFill>
                <a:latin typeface="+mn-lt"/>
                <a:ea typeface="+mn-ea"/>
                <a:cs typeface="+mn-cs"/>
              </a:rPr>
              <a:t>added</a:t>
            </a:r>
            <a:r>
              <a:rPr lang="nl-NL" sz="1600" b="0" kern="1200" noProof="0">
                <a:solidFill>
                  <a:schemeClr val="tx1"/>
                </a:solidFill>
                <a:latin typeface="+mn-lt"/>
                <a:ea typeface="+mn-ea"/>
                <a:cs typeface="+mn-cs"/>
              </a:rPr>
              <a:t> </a:t>
            </a:r>
            <a:r>
              <a:rPr lang="nl-NL" sz="1600" b="0" kern="1200" noProof="0" err="1">
                <a:solidFill>
                  <a:schemeClr val="tx1"/>
                </a:solidFill>
                <a:latin typeface="+mn-lt"/>
                <a:ea typeface="+mn-ea"/>
                <a:cs typeface="+mn-cs"/>
              </a:rPr>
              <a:t>using</a:t>
            </a:r>
            <a:r>
              <a:rPr lang="nl-NL" sz="1600" b="0" kern="1200" noProof="0">
                <a:solidFill>
                  <a:schemeClr val="tx1"/>
                </a:solidFill>
                <a:latin typeface="+mn-lt"/>
                <a:ea typeface="+mn-ea"/>
                <a:cs typeface="+mn-cs"/>
              </a:rPr>
              <a:t> </a:t>
            </a:r>
            <a:r>
              <a:rPr lang="nl-NL" sz="1600" b="0" kern="1200" noProof="0" err="1">
                <a:solidFill>
                  <a:schemeClr val="tx1"/>
                </a:solidFill>
                <a:latin typeface="+mn-lt"/>
                <a:ea typeface="+mn-ea"/>
                <a:cs typeface="+mn-cs"/>
              </a:rPr>
              <a:t>this</a:t>
            </a:r>
            <a:r>
              <a:rPr lang="nl-NL" sz="1600" b="0" kern="1200" noProof="0">
                <a:solidFill>
                  <a:schemeClr val="tx1"/>
                </a:solidFill>
                <a:latin typeface="+mn-lt"/>
                <a:ea typeface="+mn-ea"/>
                <a:cs typeface="+mn-cs"/>
              </a:rPr>
              <a:t> button:</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The image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will</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be</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scaled</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automatically</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This</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can</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be</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moved</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or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scaled</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by</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clicking</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the</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image &gt; Picture format &gt;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Crop</a:t>
            </a:r>
            <a:endPar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endParaRP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endPar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endParaRP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Replacing</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the</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image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after</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can</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be</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done</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but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it’s</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often</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easier</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to</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reset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the</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slide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to</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the</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master slide.</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endPar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endParaRP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You</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can</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find</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icons</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to</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use</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on </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hlinkClick r:id="rId5"/>
              </a:rPr>
              <a:t>svgrepo.com</a:t>
            </a:r>
            <a:endPar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endParaRP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For images, we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recommend</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using</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hlinkClick r:id="rId6"/>
              </a:rPr>
              <a:t>unsplash.com</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(filter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for</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free images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the</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top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after</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doing</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 search) or </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hlinkClick r:id="rId7"/>
              </a:rPr>
              <a:t>pexels.com</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they</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have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videos</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too</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endParaRPr lang="nl-NL" sz="1600" b="0" kern="1200" noProof="0">
              <a:solidFill>
                <a:schemeClr val="tx1"/>
              </a:solidFill>
              <a:latin typeface="+mn-lt"/>
              <a:ea typeface="+mn-ea"/>
              <a:cs typeface="+mn-cs"/>
            </a:endParaRPr>
          </a:p>
        </p:txBody>
      </p:sp>
      <p:grpSp>
        <p:nvGrpSpPr>
          <p:cNvPr id="65" name="Groep 64">
            <a:extLst>
              <a:ext uri="{FF2B5EF4-FFF2-40B4-BE49-F238E27FC236}">
                <a16:creationId xmlns:a16="http://schemas.microsoft.com/office/drawing/2014/main" id="{A4B128B6-B7D3-2F8F-A350-371169AC8897}"/>
              </a:ext>
            </a:extLst>
          </p:cNvPr>
          <p:cNvGrpSpPr/>
          <p:nvPr userDrawn="1"/>
        </p:nvGrpSpPr>
        <p:grpSpPr>
          <a:xfrm>
            <a:off x="10876874" y="1560017"/>
            <a:ext cx="250379" cy="249771"/>
            <a:chOff x="-706740" y="145633"/>
            <a:chExt cx="250379" cy="249771"/>
          </a:xfrm>
        </p:grpSpPr>
        <p:sp>
          <p:nvSpPr>
            <p:cNvPr id="66" name="Rechthoek 65">
              <a:extLst>
                <a:ext uri="{FF2B5EF4-FFF2-40B4-BE49-F238E27FC236}">
                  <a16:creationId xmlns:a16="http://schemas.microsoft.com/office/drawing/2014/main" id="{72D660F2-FEA0-7ED4-85B4-7E14282C5E94}"/>
                </a:ext>
              </a:extLst>
            </p:cNvPr>
            <p:cNvSpPr/>
            <p:nvPr userDrawn="1"/>
          </p:nvSpPr>
          <p:spPr>
            <a:xfrm rot="5400000">
              <a:off x="-695663" y="134556"/>
              <a:ext cx="216024" cy="238177"/>
            </a:xfrm>
            <a:prstGeom prst="rect">
              <a:avLst/>
            </a:prstGeom>
            <a:solidFill>
              <a:schemeClr val="bg1"/>
            </a:solidFill>
            <a:ln w="15875" cap="sq">
              <a:solidFill>
                <a:schemeClr val="tx2">
                  <a:lumMod val="60000"/>
                  <a:lumOff val="4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accent1"/>
                </a:solidFill>
                <a:latin typeface="+mn-lt"/>
              </a:endParaRPr>
            </a:p>
          </p:txBody>
        </p:sp>
        <p:sp>
          <p:nvSpPr>
            <p:cNvPr id="67" name="Gelijkbenige driehoek 128">
              <a:extLst>
                <a:ext uri="{FF2B5EF4-FFF2-40B4-BE49-F238E27FC236}">
                  <a16:creationId xmlns:a16="http://schemas.microsoft.com/office/drawing/2014/main" id="{1CED723C-5160-00EE-4CCA-4D58191038D9}"/>
                </a:ext>
              </a:extLst>
            </p:cNvPr>
            <p:cNvSpPr/>
            <p:nvPr userDrawn="1"/>
          </p:nvSpPr>
          <p:spPr>
            <a:xfrm>
              <a:off x="-691695" y="241573"/>
              <a:ext cx="131236" cy="108025"/>
            </a:xfrm>
            <a:custGeom>
              <a:avLst/>
              <a:gdLst>
                <a:gd name="connsiteX0" fmla="*/ 0 w 165756"/>
                <a:gd name="connsiteY0" fmla="*/ 108025 h 108025"/>
                <a:gd name="connsiteX1" fmla="*/ 82878 w 165756"/>
                <a:gd name="connsiteY1" fmla="*/ 0 h 108025"/>
                <a:gd name="connsiteX2" fmla="*/ 165756 w 165756"/>
                <a:gd name="connsiteY2" fmla="*/ 108025 h 108025"/>
                <a:gd name="connsiteX3" fmla="*/ 0 w 165756"/>
                <a:gd name="connsiteY3" fmla="*/ 108025 h 108025"/>
                <a:gd name="connsiteX0" fmla="*/ 0 w 165756"/>
                <a:gd name="connsiteY0" fmla="*/ 108025 h 108025"/>
                <a:gd name="connsiteX1" fmla="*/ 82878 w 165756"/>
                <a:gd name="connsiteY1" fmla="*/ 0 h 108025"/>
                <a:gd name="connsiteX2" fmla="*/ 165756 w 165756"/>
                <a:gd name="connsiteY2" fmla="*/ 108025 h 108025"/>
                <a:gd name="connsiteX3" fmla="*/ 37140 w 165756"/>
                <a:gd name="connsiteY3" fmla="*/ 106895 h 108025"/>
                <a:gd name="connsiteX4" fmla="*/ 0 w 165756"/>
                <a:gd name="connsiteY4" fmla="*/ 108025 h 108025"/>
                <a:gd name="connsiteX0" fmla="*/ 0 w 165756"/>
                <a:gd name="connsiteY0" fmla="*/ 108025 h 108025"/>
                <a:gd name="connsiteX1" fmla="*/ 34520 w 165756"/>
                <a:gd name="connsiteY1" fmla="*/ 62354 h 108025"/>
                <a:gd name="connsiteX2" fmla="*/ 82878 w 165756"/>
                <a:gd name="connsiteY2" fmla="*/ 0 h 108025"/>
                <a:gd name="connsiteX3" fmla="*/ 165756 w 165756"/>
                <a:gd name="connsiteY3" fmla="*/ 108025 h 108025"/>
                <a:gd name="connsiteX4" fmla="*/ 37140 w 165756"/>
                <a:gd name="connsiteY4" fmla="*/ 106895 h 108025"/>
                <a:gd name="connsiteX5" fmla="*/ 0 w 165756"/>
                <a:gd name="connsiteY5" fmla="*/ 108025 h 108025"/>
                <a:gd name="connsiteX0" fmla="*/ 2620 w 131236"/>
                <a:gd name="connsiteY0" fmla="*/ 106895 h 108025"/>
                <a:gd name="connsiteX1" fmla="*/ 0 w 131236"/>
                <a:gd name="connsiteY1" fmla="*/ 62354 h 108025"/>
                <a:gd name="connsiteX2" fmla="*/ 48358 w 131236"/>
                <a:gd name="connsiteY2" fmla="*/ 0 h 108025"/>
                <a:gd name="connsiteX3" fmla="*/ 131236 w 131236"/>
                <a:gd name="connsiteY3" fmla="*/ 108025 h 108025"/>
                <a:gd name="connsiteX4" fmla="*/ 2620 w 131236"/>
                <a:gd name="connsiteY4" fmla="*/ 106895 h 108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36" h="108025">
                  <a:moveTo>
                    <a:pt x="2620" y="106895"/>
                  </a:moveTo>
                  <a:lnTo>
                    <a:pt x="0" y="62354"/>
                  </a:lnTo>
                  <a:lnTo>
                    <a:pt x="48358" y="0"/>
                  </a:lnTo>
                  <a:lnTo>
                    <a:pt x="131236" y="108025"/>
                  </a:lnTo>
                  <a:lnTo>
                    <a:pt x="2620" y="10689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accent1"/>
                </a:solidFill>
                <a:latin typeface="+mn-lt"/>
              </a:endParaRPr>
            </a:p>
          </p:txBody>
        </p:sp>
        <p:sp>
          <p:nvSpPr>
            <p:cNvPr id="68" name="Ovaal 67">
              <a:extLst>
                <a:ext uri="{FF2B5EF4-FFF2-40B4-BE49-F238E27FC236}">
                  <a16:creationId xmlns:a16="http://schemas.microsoft.com/office/drawing/2014/main" id="{32B314C9-FD5F-B1DF-C326-792DDC01022A}"/>
                </a:ext>
              </a:extLst>
            </p:cNvPr>
            <p:cNvSpPr/>
            <p:nvPr userDrawn="1"/>
          </p:nvSpPr>
          <p:spPr>
            <a:xfrm>
              <a:off x="-550874" y="173162"/>
              <a:ext cx="54000" cy="54000"/>
            </a:xfrm>
            <a:prstGeom prst="ellipse">
              <a:avLst/>
            </a:prstGeom>
            <a:solidFill>
              <a:srgbClr val="FFC000"/>
            </a:solidFill>
            <a:ln w="158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sz="1800">
                <a:solidFill>
                  <a:schemeClr val="accent1"/>
                </a:solidFill>
                <a:latin typeface="+mn-lt"/>
              </a:endParaRPr>
            </a:p>
          </p:txBody>
        </p:sp>
        <p:sp>
          <p:nvSpPr>
            <p:cNvPr id="69" name="Rechthoek 68">
              <a:extLst>
                <a:ext uri="{FF2B5EF4-FFF2-40B4-BE49-F238E27FC236}">
                  <a16:creationId xmlns:a16="http://schemas.microsoft.com/office/drawing/2014/main" id="{3D65FEC7-64AD-6A15-1ABA-D18957548BEF}"/>
                </a:ext>
              </a:extLst>
            </p:cNvPr>
            <p:cNvSpPr/>
            <p:nvPr userDrawn="1"/>
          </p:nvSpPr>
          <p:spPr>
            <a:xfrm rot="5400000">
              <a:off x="-576961" y="253117"/>
              <a:ext cx="108000" cy="133200"/>
            </a:xfrm>
            <a:prstGeom prst="rect">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accent1"/>
                </a:solidFill>
                <a:latin typeface="+mn-lt"/>
              </a:endParaRPr>
            </a:p>
          </p:txBody>
        </p:sp>
        <p:cxnSp>
          <p:nvCxnSpPr>
            <p:cNvPr id="70" name="Rechte verbindingslijn 69">
              <a:extLst>
                <a:ext uri="{FF2B5EF4-FFF2-40B4-BE49-F238E27FC236}">
                  <a16:creationId xmlns:a16="http://schemas.microsoft.com/office/drawing/2014/main" id="{EE270E32-861C-82EE-4BB3-563AA0E93CE3}"/>
                </a:ext>
              </a:extLst>
            </p:cNvPr>
            <p:cNvCxnSpPr/>
            <p:nvPr userDrawn="1"/>
          </p:nvCxnSpPr>
          <p:spPr>
            <a:xfrm>
              <a:off x="-540961" y="395404"/>
              <a:ext cx="36000" cy="0"/>
            </a:xfrm>
            <a:prstGeom prst="line">
              <a:avLst/>
            </a:prstGeom>
            <a:solidFill>
              <a:schemeClr val="bg1"/>
            </a:solidFill>
            <a:ln w="158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80" name="Textfield placeholder">
            <a:extLst>
              <a:ext uri="{FF2B5EF4-FFF2-40B4-BE49-F238E27FC236}">
                <a16:creationId xmlns:a16="http://schemas.microsoft.com/office/drawing/2014/main" id="{74AA9346-642B-AD4E-7C3C-DC25A0E38A22}"/>
              </a:ext>
            </a:extLst>
          </p:cNvPr>
          <p:cNvSpPr txBox="1">
            <a:spLocks/>
          </p:cNvSpPr>
          <p:nvPr userDrawn="1"/>
        </p:nvSpPr>
        <p:spPr>
          <a:xfrm>
            <a:off x="1326178" y="5045012"/>
            <a:ext cx="4617964" cy="259683"/>
          </a:xfrm>
          <a:prstGeom prst="rect">
            <a:avLst/>
          </a:prstGeom>
        </p:spPr>
        <p:txBody>
          <a:bodyPr vert="horz" lIns="0" tIns="0" rIns="0" bIns="0" rtlCol="0" anchor="ctr">
            <a:noAutofit/>
          </a:bodyPr>
          <a:lstStyle>
            <a:lvl1pPr marL="0" indent="0" algn="l" defTabSz="1087016" rtl="0" eaLnBrk="1" latinLnBrk="0" hangingPunct="1">
              <a:lnSpc>
                <a:spcPts val="1800"/>
              </a:lnSpc>
              <a:spcBef>
                <a:spcPts val="400"/>
              </a:spcBef>
              <a:spcAft>
                <a:spcPts val="400"/>
              </a:spcAft>
              <a:buSzPct val="80000"/>
              <a:buFont typeface="Wingdings" pitchFamily="2" charset="2"/>
              <a:buNone/>
              <a:defRPr sz="1600" b="0" kern="1200">
                <a:solidFill>
                  <a:schemeClr val="tx1"/>
                </a:solidFill>
                <a:latin typeface="+mn-lt"/>
                <a:ea typeface="+mn-ea"/>
                <a:cs typeface="+mn-cs"/>
              </a:defRPr>
            </a:lvl1pPr>
            <a:lvl2pPr marL="228600" indent="-228600" algn="l" defTabSz="1087016" rtl="0" eaLnBrk="1" latinLnBrk="0" hangingPunct="1">
              <a:lnSpc>
                <a:spcPts val="1800"/>
              </a:lnSpc>
              <a:spcBef>
                <a:spcPts val="400"/>
              </a:spcBef>
              <a:spcAft>
                <a:spcPts val="400"/>
              </a:spcAft>
              <a:buClr>
                <a:schemeClr val="tx2"/>
              </a:buClr>
              <a:buSzPct val="80000"/>
              <a:buFontTx/>
              <a:buBlip>
                <a:blip r:embed="rId2"/>
              </a:buBlip>
              <a:tabLst/>
              <a:defRPr sz="1600" kern="1200">
                <a:solidFill>
                  <a:schemeClr val="tx1"/>
                </a:solidFill>
                <a:latin typeface="+mn-lt"/>
                <a:ea typeface="+mn-ea"/>
                <a:cs typeface="+mn-cs"/>
              </a:defRPr>
            </a:lvl2pPr>
            <a:lvl3pPr marL="396875" indent="-160338" algn="l" defTabSz="1087016" rtl="0" eaLnBrk="1" latinLnBrk="0" hangingPunct="1">
              <a:lnSpc>
                <a:spcPts val="1600"/>
              </a:lnSpc>
              <a:spcBef>
                <a:spcPts val="200"/>
              </a:spcBef>
              <a:spcAft>
                <a:spcPts val="200"/>
              </a:spcAft>
              <a:buClr>
                <a:schemeClr val="tx2"/>
              </a:buClr>
              <a:buFont typeface="Trebuchet MS" pitchFamily="34" charset="0"/>
              <a:buChar char="−"/>
              <a:defRPr sz="1400" kern="1200">
                <a:solidFill>
                  <a:schemeClr val="tx1"/>
                </a:solidFill>
                <a:latin typeface="+mn-lt"/>
                <a:ea typeface="+mn-ea"/>
                <a:cs typeface="+mn-cs"/>
              </a:defRPr>
            </a:lvl3pPr>
            <a:lvl4pPr marL="0" indent="0" algn="l" defTabSz="1087016" rtl="0" eaLnBrk="1" latinLnBrk="0" hangingPunct="1">
              <a:lnSpc>
                <a:spcPts val="1800"/>
              </a:lnSpc>
              <a:spcBef>
                <a:spcPts val="400"/>
              </a:spcBef>
              <a:spcAft>
                <a:spcPts val="400"/>
              </a:spcAft>
              <a:buFont typeface="Wingdings" pitchFamily="2" charset="2"/>
              <a:buNone/>
              <a:defRPr sz="1600" b="1" kern="1200">
                <a:solidFill>
                  <a:schemeClr val="tx1"/>
                </a:solidFill>
                <a:latin typeface="+mn-lt"/>
                <a:ea typeface="+mn-ea"/>
                <a:cs typeface="+mn-cs"/>
              </a:defRPr>
            </a:lvl4pPr>
            <a:lvl5pPr marL="0" indent="0" algn="l" defTabSz="1087016" rtl="0" eaLnBrk="1" latinLnBrk="0" hangingPunct="1">
              <a:lnSpc>
                <a:spcPts val="3800"/>
              </a:lnSpc>
              <a:spcBef>
                <a:spcPts val="1200"/>
              </a:spcBef>
              <a:spcAft>
                <a:spcPts val="400"/>
              </a:spcAft>
              <a:buFont typeface="Wingdings" pitchFamily="2" charset="2"/>
              <a:buNone/>
              <a:defRPr sz="1600" b="1" kern="1200" baseline="0">
                <a:solidFill>
                  <a:schemeClr val="tx2"/>
                </a:solidFill>
                <a:latin typeface="+mn-lt"/>
                <a:ea typeface="+mn-ea"/>
                <a:cs typeface="+mn-cs"/>
              </a:defRPr>
            </a:lvl5pPr>
            <a:lvl6pPr marL="0" indent="0" algn="l" defTabSz="1087016" rtl="0" eaLnBrk="1" latinLnBrk="0" hangingPunct="1">
              <a:lnSpc>
                <a:spcPct val="250000"/>
              </a:lnSpc>
              <a:spcBef>
                <a:spcPts val="0"/>
              </a:spcBef>
              <a:spcAft>
                <a:spcPts val="0"/>
              </a:spcAft>
              <a:buFont typeface="Arial" pitchFamily="34" charset="0"/>
              <a:buNone/>
              <a:defRPr sz="2000" kern="1200" cap="all" baseline="0">
                <a:solidFill>
                  <a:schemeClr val="tx1">
                    <a:lumMod val="75000"/>
                    <a:lumOff val="25000"/>
                  </a:schemeClr>
                </a:solidFill>
                <a:latin typeface="+mn-lt"/>
                <a:ea typeface="+mn-ea"/>
                <a:cs typeface="+mn-cs"/>
              </a:defRPr>
            </a:lvl6pPr>
            <a:lvl7pPr marL="3532800"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6308"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9815" indent="-271753" algn="l" defTabSz="108701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600"/>
              </a:spcAft>
              <a:buClr>
                <a:schemeClr val="tx1"/>
              </a:buClr>
              <a:buSzPct val="100000"/>
              <a:buFont typeface="Arial" panose="020B0604020202020204" pitchFamily="34" charset="0"/>
              <a:buChar char="•"/>
              <a:tabLst>
                <a:tab pos="4394090" algn="l"/>
              </a:tabLst>
              <a:defRPr/>
            </a:pPr>
            <a:r>
              <a:rPr lang="nl-NL" sz="2400" kern="1200" noProof="0" err="1">
                <a:solidFill>
                  <a:schemeClr val="tx1"/>
                </a:solidFill>
                <a:latin typeface="Rubik" pitchFamily="2" charset="-79"/>
                <a:ea typeface="+mn-ea"/>
                <a:cs typeface="Rubik" pitchFamily="2" charset="-79"/>
              </a:rPr>
              <a:t>Third</a:t>
            </a:r>
            <a:r>
              <a:rPr lang="nl-NL" sz="2400" kern="1200" noProof="0">
                <a:solidFill>
                  <a:schemeClr val="tx1"/>
                </a:solidFill>
                <a:latin typeface="Rubik" pitchFamily="2" charset="-79"/>
                <a:ea typeface="+mn-ea"/>
                <a:cs typeface="Rubik" pitchFamily="2" charset="-79"/>
              </a:rPr>
              <a:t> level (24pt)</a:t>
            </a:r>
          </a:p>
        </p:txBody>
      </p:sp>
      <p:sp>
        <p:nvSpPr>
          <p:cNvPr id="81" name="Rechthoek 80">
            <a:extLst>
              <a:ext uri="{FF2B5EF4-FFF2-40B4-BE49-F238E27FC236}">
                <a16:creationId xmlns:a16="http://schemas.microsoft.com/office/drawing/2014/main" id="{03F939C5-3294-6B0B-3E14-201AA8F9B357}"/>
              </a:ext>
            </a:extLst>
          </p:cNvPr>
          <p:cNvSpPr/>
          <p:nvPr userDrawn="1"/>
        </p:nvSpPr>
        <p:spPr>
          <a:xfrm>
            <a:off x="728624" y="986350"/>
            <a:ext cx="2572469"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a:solidFill>
                  <a:schemeClr val="accent1"/>
                </a:solidFill>
                <a:latin typeface="+mj-lt"/>
                <a:ea typeface="+mn-ea"/>
                <a:cs typeface="+mn-cs"/>
              </a:rPr>
              <a:t>Font</a:t>
            </a:r>
          </a:p>
        </p:txBody>
      </p:sp>
      <p:cxnSp>
        <p:nvCxnSpPr>
          <p:cNvPr id="82" name="Rechte verbindingslijn 81">
            <a:extLst>
              <a:ext uri="{FF2B5EF4-FFF2-40B4-BE49-F238E27FC236}">
                <a16:creationId xmlns:a16="http://schemas.microsoft.com/office/drawing/2014/main" id="{E0CD5983-DB11-1BD6-EB6E-FD82ADF5E413}"/>
              </a:ext>
            </a:extLst>
          </p:cNvPr>
          <p:cNvCxnSpPr>
            <a:cxnSpLocks/>
          </p:cNvCxnSpPr>
          <p:nvPr userDrawn="1"/>
        </p:nvCxnSpPr>
        <p:spPr>
          <a:xfrm>
            <a:off x="736459" y="1371098"/>
            <a:ext cx="5153526" cy="0"/>
          </a:xfrm>
          <a:prstGeom prst="line">
            <a:avLst/>
          </a:prstGeom>
          <a:noFill/>
          <a:ln w="9525" cap="flat" cmpd="sng" algn="ctr">
            <a:solidFill>
              <a:schemeClr val="accent1"/>
            </a:solidFill>
            <a:prstDash val="solid"/>
          </a:ln>
          <a:effectLst/>
        </p:spPr>
      </p:cxnSp>
      <p:sp>
        <p:nvSpPr>
          <p:cNvPr id="85" name="Tekstvak 84">
            <a:extLst>
              <a:ext uri="{FF2B5EF4-FFF2-40B4-BE49-F238E27FC236}">
                <a16:creationId xmlns:a16="http://schemas.microsoft.com/office/drawing/2014/main" id="{FB3F7A3E-B246-050A-53EE-1B789F8879D4}"/>
              </a:ext>
            </a:extLst>
          </p:cNvPr>
          <p:cNvSpPr txBox="1">
            <a:spLocks/>
          </p:cNvSpPr>
          <p:nvPr userDrawn="1"/>
        </p:nvSpPr>
        <p:spPr>
          <a:xfrm>
            <a:off x="732541" y="1527029"/>
            <a:ext cx="5161362" cy="684709"/>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lang="nl-NL" sz="1600" b="0" kern="1200" noProof="0">
                <a:solidFill>
                  <a:schemeClr val="tx1"/>
                </a:solidFill>
                <a:latin typeface="+mn-lt"/>
                <a:ea typeface="+mn-ea"/>
                <a:cs typeface="+mn-cs"/>
              </a:rPr>
              <a:t>The font </a:t>
            </a:r>
            <a:r>
              <a:rPr lang="nl-NL" sz="1600" b="0" kern="1200" noProof="0" err="1">
                <a:solidFill>
                  <a:schemeClr val="tx1"/>
                </a:solidFill>
                <a:latin typeface="+mn-lt"/>
                <a:ea typeface="+mn-ea"/>
                <a:cs typeface="+mn-cs"/>
              </a:rPr>
              <a:t>used</a:t>
            </a:r>
            <a:r>
              <a:rPr lang="nl-NL" sz="1600" b="0" kern="1200" noProof="0">
                <a:solidFill>
                  <a:schemeClr val="tx1"/>
                </a:solidFill>
                <a:latin typeface="+mn-lt"/>
                <a:ea typeface="+mn-ea"/>
                <a:cs typeface="+mn-cs"/>
              </a:rPr>
              <a:t> in </a:t>
            </a:r>
            <a:r>
              <a:rPr lang="nl-NL" sz="1600" b="0" kern="1200" noProof="0" err="1">
                <a:solidFill>
                  <a:schemeClr val="tx1"/>
                </a:solidFill>
                <a:latin typeface="+mn-lt"/>
                <a:ea typeface="+mn-ea"/>
                <a:cs typeface="+mn-cs"/>
              </a:rPr>
              <a:t>this</a:t>
            </a:r>
            <a:r>
              <a:rPr lang="nl-NL" sz="1600" b="0" kern="1200" noProof="0">
                <a:solidFill>
                  <a:schemeClr val="tx1"/>
                </a:solidFill>
                <a:latin typeface="+mn-lt"/>
                <a:ea typeface="+mn-ea"/>
                <a:cs typeface="+mn-cs"/>
              </a:rPr>
              <a:t> </a:t>
            </a:r>
            <a:r>
              <a:rPr lang="nl-NL" sz="1600" b="0" kern="1200" noProof="0" err="1">
                <a:solidFill>
                  <a:schemeClr val="tx1"/>
                </a:solidFill>
                <a:latin typeface="+mn-lt"/>
                <a:ea typeface="+mn-ea"/>
                <a:cs typeface="+mn-cs"/>
              </a:rPr>
              <a:t>presentation</a:t>
            </a:r>
            <a:r>
              <a:rPr lang="nl-NL" sz="1600" b="0" kern="1200" noProof="0">
                <a:solidFill>
                  <a:schemeClr val="tx1"/>
                </a:solidFill>
                <a:latin typeface="+mn-lt"/>
                <a:ea typeface="+mn-ea"/>
                <a:cs typeface="+mn-cs"/>
              </a:rPr>
              <a:t> is </a:t>
            </a:r>
            <a:r>
              <a:rPr lang="nl-NL" sz="1600" b="0" kern="1200" noProof="0" err="1">
                <a:solidFill>
                  <a:schemeClr val="tx1"/>
                </a:solidFill>
                <a:latin typeface="+mn-lt"/>
                <a:ea typeface="+mn-ea"/>
                <a:cs typeface="+mn-cs"/>
              </a:rPr>
              <a:t>called</a:t>
            </a:r>
            <a:r>
              <a:rPr lang="nl-NL" sz="1600" b="0" kern="1200" noProof="0">
                <a:solidFill>
                  <a:schemeClr val="tx1"/>
                </a:solidFill>
                <a:latin typeface="+mn-lt"/>
                <a:ea typeface="+mn-ea"/>
                <a:cs typeface="+mn-cs"/>
              </a:rPr>
              <a:t> </a:t>
            </a:r>
            <a:r>
              <a:rPr lang="nl-NL" sz="1600" b="0" kern="1200" noProof="0">
                <a:solidFill>
                  <a:schemeClr val="tx1"/>
                </a:solidFill>
                <a:latin typeface="+mn-lt"/>
                <a:ea typeface="+mn-ea"/>
                <a:cs typeface="+mn-cs"/>
                <a:hlinkClick r:id="rId8"/>
              </a:rPr>
              <a:t>Rubik</a:t>
            </a:r>
            <a:r>
              <a:rPr lang="nl-NL" sz="1600" b="0" kern="1200" noProof="0">
                <a:solidFill>
                  <a:schemeClr val="tx1"/>
                </a:solidFill>
                <a:latin typeface="+mn-lt"/>
                <a:ea typeface="+mn-ea"/>
                <a:cs typeface="+mn-cs"/>
              </a:rPr>
              <a:t>.</a:t>
            </a:r>
          </a:p>
        </p:txBody>
      </p:sp>
    </p:spTree>
    <p:extLst>
      <p:ext uri="{BB962C8B-B14F-4D97-AF65-F5344CB8AC3E}">
        <p14:creationId xmlns:p14="http://schemas.microsoft.com/office/powerpoint/2010/main" val="2858091629"/>
      </p:ext>
    </p:extLst>
  </p:cSld>
  <p:clrMapOvr>
    <a:masterClrMapping/>
  </p:clrMapOvr>
  <p:transition spd="slow">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1_Tips bij het maken van presentaties">
    <p:spTree>
      <p:nvGrpSpPr>
        <p:cNvPr id="1" name=""/>
        <p:cNvGrpSpPr/>
        <p:nvPr/>
      </p:nvGrpSpPr>
      <p:grpSpPr>
        <a:xfrm>
          <a:off x="0" y="0"/>
          <a:ext cx="0" cy="0"/>
          <a:chOff x="0" y="0"/>
          <a:chExt cx="0" cy="0"/>
        </a:xfrm>
      </p:grpSpPr>
      <p:sp>
        <p:nvSpPr>
          <p:cNvPr id="102" name="Rechthoek 101">
            <a:extLst>
              <a:ext uri="{FF2B5EF4-FFF2-40B4-BE49-F238E27FC236}">
                <a16:creationId xmlns:a16="http://schemas.microsoft.com/office/drawing/2014/main" id="{2D54E909-E1CB-5806-19E3-793CB398B2D0}"/>
              </a:ext>
            </a:extLst>
          </p:cNvPr>
          <p:cNvSpPr/>
          <p:nvPr/>
        </p:nvSpPr>
        <p:spPr>
          <a:xfrm>
            <a:off x="571716" y="569811"/>
            <a:ext cx="11048784" cy="57166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7" name="Rechthoek 106">
            <a:extLst>
              <a:ext uri="{FF2B5EF4-FFF2-40B4-BE49-F238E27FC236}">
                <a16:creationId xmlns:a16="http://schemas.microsoft.com/office/drawing/2014/main" id="{BB59ED44-EAF1-E771-EFAF-B9DFBA09D898}"/>
              </a:ext>
            </a:extLst>
          </p:cNvPr>
          <p:cNvSpPr/>
          <p:nvPr/>
        </p:nvSpPr>
        <p:spPr>
          <a:xfrm>
            <a:off x="888887" y="827082"/>
            <a:ext cx="4554873"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a:solidFill>
                  <a:schemeClr val="accent1"/>
                </a:solidFill>
                <a:latin typeface="+mj-lt"/>
                <a:ea typeface="+mn-ea"/>
                <a:cs typeface="+mn-cs"/>
              </a:rPr>
              <a:t>Gebruik afbeeldingen</a:t>
            </a:r>
          </a:p>
        </p:txBody>
      </p:sp>
      <p:cxnSp>
        <p:nvCxnSpPr>
          <p:cNvPr id="140" name="Rechte verbindingslijn 139">
            <a:extLst>
              <a:ext uri="{FF2B5EF4-FFF2-40B4-BE49-F238E27FC236}">
                <a16:creationId xmlns:a16="http://schemas.microsoft.com/office/drawing/2014/main" id="{A906C702-1906-4299-FB1A-AF0114695DBF}"/>
              </a:ext>
            </a:extLst>
          </p:cNvPr>
          <p:cNvCxnSpPr>
            <a:cxnSpLocks/>
          </p:cNvCxnSpPr>
          <p:nvPr/>
        </p:nvCxnSpPr>
        <p:spPr>
          <a:xfrm>
            <a:off x="896722" y="1211830"/>
            <a:ext cx="4547038" cy="0"/>
          </a:xfrm>
          <a:prstGeom prst="line">
            <a:avLst/>
          </a:prstGeom>
          <a:noFill/>
          <a:ln w="9525" cap="flat" cmpd="sng" algn="ctr">
            <a:solidFill>
              <a:schemeClr val="accent1"/>
            </a:solidFill>
            <a:prstDash val="solid"/>
          </a:ln>
          <a:effectLst/>
        </p:spPr>
      </p:cxnSp>
      <p:sp>
        <p:nvSpPr>
          <p:cNvPr id="166" name="Rechthoek 165">
            <a:extLst>
              <a:ext uri="{FF2B5EF4-FFF2-40B4-BE49-F238E27FC236}">
                <a16:creationId xmlns:a16="http://schemas.microsoft.com/office/drawing/2014/main" id="{65814356-BF0D-46F1-251D-C8BD0FC5273A}"/>
              </a:ext>
            </a:extLst>
          </p:cNvPr>
          <p:cNvSpPr/>
          <p:nvPr/>
        </p:nvSpPr>
        <p:spPr>
          <a:xfrm>
            <a:off x="728624" y="4009555"/>
            <a:ext cx="4288084" cy="387386"/>
          </a:xfrm>
          <a:prstGeom prst="rect">
            <a:avLst/>
          </a:prstGeom>
          <a:noFill/>
          <a:ln w="25400" cap="flat" cmpd="sng" algn="ctr">
            <a:noFill/>
            <a:prstDash val="solid"/>
          </a:ln>
          <a:effectLst/>
        </p:spPr>
        <p:txBody>
          <a:bodyPr lIns="180000" rIns="18000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sz="1800" b="1" i="0" kern="1200" noProof="0" err="1">
                <a:solidFill>
                  <a:schemeClr val="accent1"/>
                </a:solidFill>
                <a:latin typeface="+mj-lt"/>
                <a:ea typeface="+mn-ea"/>
                <a:cs typeface="+mn-cs"/>
              </a:rPr>
              <a:t>Hoeveel</a:t>
            </a:r>
            <a:r>
              <a:rPr lang="en-US" sz="1800" b="1" i="0" kern="1200" noProof="0">
                <a:solidFill>
                  <a:schemeClr val="accent1"/>
                </a:solidFill>
                <a:latin typeface="+mj-lt"/>
                <a:ea typeface="+mn-ea"/>
                <a:cs typeface="+mn-cs"/>
              </a:rPr>
              <a:t> </a:t>
            </a:r>
            <a:r>
              <a:rPr lang="en-US" sz="1800" b="1" i="0" kern="1200" noProof="0" err="1">
                <a:solidFill>
                  <a:schemeClr val="accent1"/>
                </a:solidFill>
                <a:latin typeface="+mj-lt"/>
                <a:ea typeface="+mn-ea"/>
                <a:cs typeface="+mn-cs"/>
              </a:rPr>
              <a:t>tekst</a:t>
            </a:r>
            <a:r>
              <a:rPr lang="en-US" sz="1800" b="1" i="0" kern="1200" noProof="0">
                <a:solidFill>
                  <a:schemeClr val="accent1"/>
                </a:solidFill>
                <a:latin typeface="+mj-lt"/>
                <a:ea typeface="+mn-ea"/>
                <a:cs typeface="+mn-cs"/>
              </a:rPr>
              <a:t> op </a:t>
            </a:r>
            <a:r>
              <a:rPr lang="en-US" sz="1800" b="1" i="0" kern="1200" noProof="0" err="1">
                <a:solidFill>
                  <a:schemeClr val="accent1"/>
                </a:solidFill>
                <a:latin typeface="+mj-lt"/>
                <a:ea typeface="+mn-ea"/>
                <a:cs typeface="+mn-cs"/>
              </a:rPr>
              <a:t>een</a:t>
            </a:r>
            <a:r>
              <a:rPr lang="en-US" sz="1800" b="1" i="0" kern="1200" noProof="0">
                <a:solidFill>
                  <a:schemeClr val="accent1"/>
                </a:solidFill>
                <a:latin typeface="+mj-lt"/>
                <a:ea typeface="+mn-ea"/>
                <a:cs typeface="+mn-cs"/>
              </a:rPr>
              <a:t> slide?</a:t>
            </a:r>
            <a:endParaRPr lang="nl-NL" sz="1800" b="1" i="0" kern="1200" noProof="0">
              <a:solidFill>
                <a:schemeClr val="accent1"/>
              </a:solidFill>
              <a:latin typeface="+mj-lt"/>
              <a:ea typeface="+mn-ea"/>
              <a:cs typeface="+mn-cs"/>
            </a:endParaRPr>
          </a:p>
        </p:txBody>
      </p:sp>
      <p:sp>
        <p:nvSpPr>
          <p:cNvPr id="167" name="Tekstvak 166">
            <a:extLst>
              <a:ext uri="{FF2B5EF4-FFF2-40B4-BE49-F238E27FC236}">
                <a16:creationId xmlns:a16="http://schemas.microsoft.com/office/drawing/2014/main" id="{B7C0AC2B-C7AE-30C6-70E9-A0398FAC3FEE}"/>
              </a:ext>
            </a:extLst>
          </p:cNvPr>
          <p:cNvSpPr txBox="1"/>
          <p:nvPr/>
        </p:nvSpPr>
        <p:spPr>
          <a:xfrm>
            <a:off x="892614" y="4606949"/>
            <a:ext cx="4413312" cy="1422420"/>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1200" cap="none" spc="0" normalizeH="0" baseline="0" noProof="0">
                <a:ln>
                  <a:noFill/>
                </a:ln>
                <a:solidFill>
                  <a:schemeClr val="tx1"/>
                </a:solidFill>
                <a:effectLst/>
                <a:uLnTx/>
                <a:uFillTx/>
                <a:latin typeface="+mn-lt"/>
                <a:ea typeface="+mn-ea"/>
                <a:cs typeface="+mn-cs"/>
              </a:rPr>
              <a:t>Bij het opmaken van een presentatie is er één belangrijke vraag om jezelf te stellen: </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1" i="0" u="none" strike="noStrike" kern="1200" cap="none" spc="0" normalizeH="0" baseline="0" noProof="0">
                <a:ln>
                  <a:noFill/>
                </a:ln>
                <a:solidFill>
                  <a:schemeClr val="tx1"/>
                </a:solidFill>
                <a:effectLst/>
                <a:uLnTx/>
                <a:uFillTx/>
                <a:latin typeface="SunAntwerpen Bold" panose="020B0503050302020204" pitchFamily="34" charset="0"/>
                <a:ea typeface="+mn-ea"/>
                <a:cs typeface="+mn-cs"/>
              </a:rPr>
              <a:t>‘Wat wil ik de luisteraar leren?’</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1200" cap="none" spc="0" normalizeH="0" baseline="0" noProof="0">
                <a:ln>
                  <a:noFill/>
                </a:ln>
                <a:solidFill>
                  <a:schemeClr val="tx1"/>
                </a:solidFill>
                <a:effectLst/>
                <a:uLnTx/>
                <a:uFillTx/>
                <a:latin typeface="+mn-lt"/>
                <a:ea typeface="+mn-ea"/>
                <a:cs typeface="+mn-cs"/>
              </a:rPr>
              <a:t>Voor elke slide geef je één antwoord op die vraag. Op deze manier zullen je slides duidelijker zijn en minder vol staan met tekst.</a:t>
            </a:r>
          </a:p>
          <a:p>
            <a:pPr marL="0" marR="0" lvl="0" indent="0" algn="l" defTabSz="914400" rtl="0" eaLnBrk="1" fontAlgn="auto" latinLnBrk="0" hangingPunct="1">
              <a:lnSpc>
                <a:spcPct val="90000"/>
              </a:lnSpc>
              <a:spcBef>
                <a:spcPts val="1000"/>
              </a:spcBef>
              <a:spcAft>
                <a:spcPts val="0"/>
              </a:spcAft>
              <a:buClr>
                <a:schemeClr val="tx1"/>
              </a:buClr>
              <a:buSzPct val="100000"/>
              <a:buFont typeface="Arial" panose="020B0604020202020204" pitchFamily="34" charset="0"/>
              <a:buNone/>
              <a:tabLst/>
              <a:defRPr/>
            </a:pPr>
            <a:endParaRPr lang="nl-NL" sz="1600" b="0" kern="1200" noProof="0">
              <a:solidFill>
                <a:schemeClr val="tx1"/>
              </a:solidFill>
              <a:latin typeface="+mn-lt"/>
              <a:ea typeface="+mn-ea"/>
              <a:cs typeface="+mn-cs"/>
            </a:endParaRPr>
          </a:p>
        </p:txBody>
      </p:sp>
      <p:cxnSp>
        <p:nvCxnSpPr>
          <p:cNvPr id="169" name="Rechte verbindingslijn 168">
            <a:extLst>
              <a:ext uri="{FF2B5EF4-FFF2-40B4-BE49-F238E27FC236}">
                <a16:creationId xmlns:a16="http://schemas.microsoft.com/office/drawing/2014/main" id="{FF630668-D459-A25E-E542-B10033313BF2}"/>
              </a:ext>
            </a:extLst>
          </p:cNvPr>
          <p:cNvCxnSpPr>
            <a:cxnSpLocks/>
          </p:cNvCxnSpPr>
          <p:nvPr/>
        </p:nvCxnSpPr>
        <p:spPr>
          <a:xfrm>
            <a:off x="896722" y="4425669"/>
            <a:ext cx="4547038" cy="0"/>
          </a:xfrm>
          <a:prstGeom prst="line">
            <a:avLst/>
          </a:prstGeom>
          <a:noFill/>
          <a:ln w="9525" cap="flat" cmpd="sng" algn="ctr">
            <a:solidFill>
              <a:schemeClr val="accent1"/>
            </a:solidFill>
            <a:prstDash val="solid"/>
          </a:ln>
          <a:effectLst/>
        </p:spPr>
      </p:cxnSp>
      <p:sp>
        <p:nvSpPr>
          <p:cNvPr id="174" name="Rechthoek 173">
            <a:extLst>
              <a:ext uri="{FF2B5EF4-FFF2-40B4-BE49-F238E27FC236}">
                <a16:creationId xmlns:a16="http://schemas.microsoft.com/office/drawing/2014/main" id="{06F7BB34-8DEE-13D3-649F-B30873897A56}"/>
              </a:ext>
            </a:extLst>
          </p:cNvPr>
          <p:cNvSpPr/>
          <p:nvPr/>
        </p:nvSpPr>
        <p:spPr>
          <a:xfrm>
            <a:off x="5760932" y="827082"/>
            <a:ext cx="4837124"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a:solidFill>
                  <a:schemeClr val="accent1"/>
                </a:solidFill>
                <a:latin typeface="+mj-lt"/>
                <a:ea typeface="+mn-ea"/>
                <a:cs typeface="+mn-cs"/>
              </a:rPr>
              <a:t>Voor wie is deze slide bedoeld?</a:t>
            </a:r>
          </a:p>
        </p:txBody>
      </p:sp>
      <p:cxnSp>
        <p:nvCxnSpPr>
          <p:cNvPr id="175" name="Rechte verbindingslijn 174">
            <a:extLst>
              <a:ext uri="{FF2B5EF4-FFF2-40B4-BE49-F238E27FC236}">
                <a16:creationId xmlns:a16="http://schemas.microsoft.com/office/drawing/2014/main" id="{F1253370-4FA9-CFEE-4289-D903CD73B02B}"/>
              </a:ext>
            </a:extLst>
          </p:cNvPr>
          <p:cNvCxnSpPr>
            <a:cxnSpLocks/>
          </p:cNvCxnSpPr>
          <p:nvPr/>
        </p:nvCxnSpPr>
        <p:spPr>
          <a:xfrm>
            <a:off x="5768767" y="1211830"/>
            <a:ext cx="5524284" cy="0"/>
          </a:xfrm>
          <a:prstGeom prst="line">
            <a:avLst/>
          </a:prstGeom>
          <a:noFill/>
          <a:ln w="9525" cap="flat" cmpd="sng" algn="ctr">
            <a:solidFill>
              <a:schemeClr val="accent1"/>
            </a:solidFill>
            <a:prstDash val="solid"/>
          </a:ln>
          <a:effectLst/>
        </p:spPr>
      </p:cxnSp>
      <p:sp>
        <p:nvSpPr>
          <p:cNvPr id="176" name="Tekstvak 175">
            <a:extLst>
              <a:ext uri="{FF2B5EF4-FFF2-40B4-BE49-F238E27FC236}">
                <a16:creationId xmlns:a16="http://schemas.microsoft.com/office/drawing/2014/main" id="{2E3B83A4-2F04-D6CF-184C-65E703803531}"/>
              </a:ext>
            </a:extLst>
          </p:cNvPr>
          <p:cNvSpPr txBox="1"/>
          <p:nvPr/>
        </p:nvSpPr>
        <p:spPr>
          <a:xfrm>
            <a:off x="5760931" y="1372492"/>
            <a:ext cx="5532120" cy="2670093"/>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Je presentatie moet het publiek in staat stellen om het verhaal beter te begrijpen. De slides moeten de boodschap die je vertelt ondersteunen. </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Bij elke slide stel je best jezelf de vraag </a:t>
            </a:r>
            <a:r>
              <a:rPr kumimoji="0" lang="nl-NL" sz="1600" b="1" i="0" u="none" strike="noStrike" kern="0" cap="none" spc="0" normalizeH="0" baseline="0" noProof="0">
                <a:ln>
                  <a:noFill/>
                </a:ln>
                <a:solidFill>
                  <a:schemeClr val="tx1"/>
                </a:solidFill>
                <a:effectLst/>
                <a:uLnTx/>
                <a:uFillTx/>
                <a:latin typeface="SunAntwerpen Bold" panose="020B0503050302020204" pitchFamily="34" charset="0"/>
                <a:ea typeface="+mn-ea"/>
                <a:cs typeface="Segoe UI Light" panose="020B0502040204020203" pitchFamily="34" charset="0"/>
              </a:rPr>
              <a:t>‘Helpt deze slide het publiek om het verhaal beter te onthouden of mezelf?’ </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In het laatste geval laat je de slide beter weg.</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Probeer ook voldoende afwisseling te brengen in je slides en laat voldoende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visuals</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zien. Gebruik tussentitelslides om aan te geven dat een nieuw hoofdstuk begint.</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endPar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endParaRP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endParaRPr lang="nl-NL" sz="1600" b="0" kern="1200" noProof="0">
              <a:solidFill>
                <a:schemeClr val="tx1"/>
              </a:solidFill>
              <a:latin typeface="+mn-lt"/>
              <a:ea typeface="+mn-ea"/>
              <a:cs typeface="+mn-cs"/>
            </a:endParaRPr>
          </a:p>
        </p:txBody>
      </p:sp>
      <p:sp>
        <p:nvSpPr>
          <p:cNvPr id="205" name="Rechthoek 204">
            <a:extLst>
              <a:ext uri="{FF2B5EF4-FFF2-40B4-BE49-F238E27FC236}">
                <a16:creationId xmlns:a16="http://schemas.microsoft.com/office/drawing/2014/main" id="{9A666547-0DA9-9C42-8B33-ED888D21ED46}"/>
              </a:ext>
            </a:extLst>
          </p:cNvPr>
          <p:cNvSpPr/>
          <p:nvPr/>
        </p:nvSpPr>
        <p:spPr>
          <a:xfrm>
            <a:off x="5760932" y="3822955"/>
            <a:ext cx="4837124"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a:solidFill>
                  <a:schemeClr val="accent1"/>
                </a:solidFill>
                <a:latin typeface="+mj-lt"/>
                <a:ea typeface="+mn-ea"/>
                <a:cs typeface="+mn-cs"/>
              </a:rPr>
              <a:t>Begin met het einde in gedachten</a:t>
            </a:r>
          </a:p>
        </p:txBody>
      </p:sp>
      <p:cxnSp>
        <p:nvCxnSpPr>
          <p:cNvPr id="206" name="Rechte verbindingslijn 205">
            <a:extLst>
              <a:ext uri="{FF2B5EF4-FFF2-40B4-BE49-F238E27FC236}">
                <a16:creationId xmlns:a16="http://schemas.microsoft.com/office/drawing/2014/main" id="{851C95C5-A425-FEE7-41E1-E4851FEBF2F0}"/>
              </a:ext>
            </a:extLst>
          </p:cNvPr>
          <p:cNvCxnSpPr>
            <a:cxnSpLocks/>
          </p:cNvCxnSpPr>
          <p:nvPr/>
        </p:nvCxnSpPr>
        <p:spPr>
          <a:xfrm>
            <a:off x="5768767" y="4207703"/>
            <a:ext cx="5524284" cy="0"/>
          </a:xfrm>
          <a:prstGeom prst="line">
            <a:avLst/>
          </a:prstGeom>
          <a:noFill/>
          <a:ln w="9525" cap="flat" cmpd="sng" algn="ctr">
            <a:solidFill>
              <a:schemeClr val="accent1"/>
            </a:solidFill>
            <a:prstDash val="solid"/>
          </a:ln>
          <a:effectLst/>
        </p:spPr>
      </p:cxnSp>
      <p:sp>
        <p:nvSpPr>
          <p:cNvPr id="207" name="Tekstvak 206">
            <a:extLst>
              <a:ext uri="{FF2B5EF4-FFF2-40B4-BE49-F238E27FC236}">
                <a16:creationId xmlns:a16="http://schemas.microsoft.com/office/drawing/2014/main" id="{A17BC552-13D3-D398-CBD0-4216DE2F6FB5}"/>
              </a:ext>
            </a:extLst>
          </p:cNvPr>
          <p:cNvSpPr txBox="1"/>
          <p:nvPr/>
        </p:nvSpPr>
        <p:spPr>
          <a:xfrm>
            <a:off x="5760930" y="4368366"/>
            <a:ext cx="5859353" cy="1350495"/>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600" b="1" i="0" u="none" strike="noStrike" kern="0" cap="none" spc="0" normalizeH="0" baseline="0" noProof="0">
                <a:ln>
                  <a:noFill/>
                </a:ln>
                <a:solidFill>
                  <a:schemeClr val="tx1"/>
                </a:solidFill>
                <a:effectLst/>
                <a:uLnTx/>
                <a:uFillTx/>
                <a:latin typeface="SunAntwerpen Bold" panose="020B0503050302020204" pitchFamily="34" charset="0"/>
                <a:ea typeface="+mn-ea"/>
                <a:cs typeface="Segoe UI Light" panose="020B0502040204020203" pitchFamily="34" charset="0"/>
              </a:rPr>
              <a:t>‘Wat wil ik bereiken met deze presentatie?’</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Beantwoord deze vraag voordat je begint met het opbouwen van je presentatie. Je verhaallijn zal op deze manier een andere, krachtigere structuur krijgen. </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Eindig je presentatie met een samenvattingsslide. Hierin staan de ‘take </a:t>
            </a:r>
            <a:r>
              <a:rPr kumimoji="0" lang="nl-NL" sz="1600" b="0" i="0" u="none" strike="noStrike" kern="0" cap="none" spc="0" normalizeH="0" baseline="0" noProof="0" err="1">
                <a:ln>
                  <a:noFill/>
                </a:ln>
                <a:solidFill>
                  <a:schemeClr val="tx1"/>
                </a:solidFill>
                <a:effectLst/>
                <a:uLnTx/>
                <a:uFillTx/>
                <a:latin typeface="+mn-lt"/>
                <a:ea typeface="+mn-ea"/>
                <a:cs typeface="Segoe UI Light" panose="020B0502040204020203" pitchFamily="34" charset="0"/>
              </a:rPr>
              <a:t>aways</a:t>
            </a:r>
            <a:r>
              <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rPr>
              <a:t>’ die je van tevoren hebt bepaald. Dit zijn de elementen die je wilt meenemen en die het publiek moet onthouden. </a:t>
            </a:r>
          </a:p>
        </p:txBody>
      </p:sp>
      <p:sp>
        <p:nvSpPr>
          <p:cNvPr id="216" name="Tekstvak 215">
            <a:extLst>
              <a:ext uri="{FF2B5EF4-FFF2-40B4-BE49-F238E27FC236}">
                <a16:creationId xmlns:a16="http://schemas.microsoft.com/office/drawing/2014/main" id="{1E2881A2-DA10-E7DF-CE1C-CEE0805A6F7D}"/>
              </a:ext>
            </a:extLst>
          </p:cNvPr>
          <p:cNvSpPr txBox="1"/>
          <p:nvPr/>
        </p:nvSpPr>
        <p:spPr>
          <a:xfrm>
            <a:off x="898489" y="1372493"/>
            <a:ext cx="4406985" cy="2337920"/>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1200" cap="none" spc="0" normalizeH="0" baseline="0" noProof="0">
                <a:ln>
                  <a:noFill/>
                </a:ln>
                <a:solidFill>
                  <a:schemeClr val="tx1"/>
                </a:solidFill>
                <a:effectLst/>
                <a:uLnTx/>
                <a:uFillTx/>
                <a:latin typeface="+mn-lt"/>
                <a:ea typeface="+mn-ea"/>
                <a:cs typeface="+mn-cs"/>
              </a:rPr>
              <a:t>We zien heel vaak presentaties die vol staan met tekst. Dat komt doordat we meestal een presentatie beginnen door PowerPoint op te starten en letterlijk te typen wat we willen zeggen. </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1200" cap="none" spc="0" normalizeH="0" baseline="0" noProof="0">
                <a:ln>
                  <a:noFill/>
                </a:ln>
                <a:solidFill>
                  <a:schemeClr val="tx1"/>
                </a:solidFill>
                <a:effectLst/>
                <a:uLnTx/>
                <a:uFillTx/>
                <a:latin typeface="+mn-lt"/>
                <a:ea typeface="+mn-ea"/>
                <a:cs typeface="+mn-cs"/>
              </a:rPr>
              <a:t>Mensen zijn niet in staat om tegelijkertijd te lezen en te luisteren. Terwijl je publiek leest, mist het het verhaal dat je vertelt. Én 90% van gelezen informatie wordt op korte termijn vergeten. </a:t>
            </a:r>
            <a:endParaRPr kumimoji="0" lang="nl-NL" sz="1600" b="0" i="0" u="none" strike="noStrike" kern="0" cap="none" spc="0" normalizeH="0" baseline="0" noProof="0">
              <a:ln>
                <a:noFill/>
              </a:ln>
              <a:solidFill>
                <a:schemeClr val="tx1"/>
              </a:solidFill>
              <a:effectLst/>
              <a:uLnTx/>
              <a:uFillTx/>
              <a:latin typeface="+mn-lt"/>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600" b="1" i="0" u="none" strike="noStrike" kern="0" cap="none" spc="0" normalizeH="0" baseline="0" noProof="0">
                <a:ln>
                  <a:noFill/>
                </a:ln>
                <a:solidFill>
                  <a:schemeClr val="tx1"/>
                </a:solidFill>
                <a:effectLst/>
                <a:uLnTx/>
                <a:uFillTx/>
                <a:latin typeface="SunAntwerpen Bold" panose="020B0503050302020204" pitchFamily="34" charset="0"/>
                <a:ea typeface="+mn-ea"/>
                <a:cs typeface="Segoe UI Light" panose="020B0502040204020203" pitchFamily="34" charset="0"/>
              </a:rPr>
              <a:t>Als een idee gevisualiseerd kan worden, visualiseer het dan.</a:t>
            </a:r>
          </a:p>
        </p:txBody>
      </p:sp>
      <p:sp>
        <p:nvSpPr>
          <p:cNvPr id="2" name="Rechthoek 1">
            <a:extLst>
              <a:ext uri="{FF2B5EF4-FFF2-40B4-BE49-F238E27FC236}">
                <a16:creationId xmlns:a16="http://schemas.microsoft.com/office/drawing/2014/main" id="{B09C5CCD-3876-3CF8-CE04-4D058EF6D306}"/>
              </a:ext>
            </a:extLst>
          </p:cNvPr>
          <p:cNvSpPr/>
          <p:nvPr userDrawn="1"/>
        </p:nvSpPr>
        <p:spPr>
          <a:xfrm>
            <a:off x="571716" y="569811"/>
            <a:ext cx="11048784" cy="57166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 name="Rechthoek 2">
            <a:extLst>
              <a:ext uri="{FF2B5EF4-FFF2-40B4-BE49-F238E27FC236}">
                <a16:creationId xmlns:a16="http://schemas.microsoft.com/office/drawing/2014/main" id="{B3308863-2339-1184-9134-9F7A18C85817}"/>
              </a:ext>
            </a:extLst>
          </p:cNvPr>
          <p:cNvSpPr/>
          <p:nvPr userDrawn="1"/>
        </p:nvSpPr>
        <p:spPr>
          <a:xfrm>
            <a:off x="888887" y="827082"/>
            <a:ext cx="4554873"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err="1">
                <a:solidFill>
                  <a:schemeClr val="accent1"/>
                </a:solidFill>
                <a:latin typeface="+mj-lt"/>
                <a:ea typeface="+mn-ea"/>
                <a:cs typeface="+mn-cs"/>
              </a:rPr>
              <a:t>Use</a:t>
            </a:r>
            <a:r>
              <a:rPr lang="nl-NL" sz="1800" b="1" i="0" kern="1200" noProof="0">
                <a:solidFill>
                  <a:schemeClr val="accent1"/>
                </a:solidFill>
                <a:latin typeface="+mj-lt"/>
                <a:ea typeface="+mn-ea"/>
                <a:cs typeface="+mn-cs"/>
              </a:rPr>
              <a:t> images</a:t>
            </a:r>
          </a:p>
        </p:txBody>
      </p:sp>
      <p:sp>
        <p:nvSpPr>
          <p:cNvPr id="4" name="Rechthoek 3">
            <a:extLst>
              <a:ext uri="{FF2B5EF4-FFF2-40B4-BE49-F238E27FC236}">
                <a16:creationId xmlns:a16="http://schemas.microsoft.com/office/drawing/2014/main" id="{A669ACDF-D3D4-5A83-BABE-B4FB8D781D9D}"/>
              </a:ext>
            </a:extLst>
          </p:cNvPr>
          <p:cNvSpPr/>
          <p:nvPr userDrawn="1"/>
        </p:nvSpPr>
        <p:spPr>
          <a:xfrm>
            <a:off x="728624" y="4009555"/>
            <a:ext cx="4288084" cy="387386"/>
          </a:xfrm>
          <a:prstGeom prst="rect">
            <a:avLst/>
          </a:prstGeom>
          <a:noFill/>
          <a:ln w="25400" cap="flat" cmpd="sng" algn="ctr">
            <a:noFill/>
            <a:prstDash val="solid"/>
          </a:ln>
          <a:effectLst/>
        </p:spPr>
        <p:txBody>
          <a:bodyPr lIns="180000" rIns="18000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sz="1800" b="1" i="0" kern="1200" noProof="0">
                <a:solidFill>
                  <a:schemeClr val="accent1"/>
                </a:solidFill>
                <a:latin typeface="+mj-lt"/>
                <a:ea typeface="+mn-ea"/>
                <a:cs typeface="+mn-cs"/>
              </a:rPr>
              <a:t>How much text on one slide</a:t>
            </a:r>
            <a:endParaRPr lang="nl-NL" sz="1800" b="1" i="0" kern="1200" noProof="0">
              <a:solidFill>
                <a:schemeClr val="accent1"/>
              </a:solidFill>
              <a:latin typeface="+mj-lt"/>
              <a:ea typeface="+mn-ea"/>
              <a:cs typeface="+mn-cs"/>
            </a:endParaRPr>
          </a:p>
        </p:txBody>
      </p:sp>
      <p:sp>
        <p:nvSpPr>
          <p:cNvPr id="5" name="Tekstvak 4">
            <a:extLst>
              <a:ext uri="{FF2B5EF4-FFF2-40B4-BE49-F238E27FC236}">
                <a16:creationId xmlns:a16="http://schemas.microsoft.com/office/drawing/2014/main" id="{5084C993-C164-9176-E167-477FD72B8ED3}"/>
              </a:ext>
            </a:extLst>
          </p:cNvPr>
          <p:cNvSpPr txBox="1"/>
          <p:nvPr userDrawn="1"/>
        </p:nvSpPr>
        <p:spPr>
          <a:xfrm>
            <a:off x="892614" y="4606949"/>
            <a:ext cx="4413312" cy="1422420"/>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1200" cap="none" spc="0" normalizeH="0" baseline="0" noProof="0" err="1">
                <a:ln>
                  <a:noFill/>
                </a:ln>
                <a:solidFill>
                  <a:schemeClr val="tx1"/>
                </a:solidFill>
                <a:effectLst/>
                <a:uLnTx/>
                <a:uFillTx/>
                <a:latin typeface="+mj-lt"/>
                <a:ea typeface="+mn-ea"/>
                <a:cs typeface="+mn-cs"/>
              </a:rPr>
              <a:t>When</a:t>
            </a:r>
            <a:r>
              <a:rPr kumimoji="0" lang="nl-NL" sz="1600" b="0" i="0" u="none" strike="noStrike" kern="1200" cap="none" spc="0" normalizeH="0" baseline="0" noProof="0">
                <a:ln>
                  <a:noFill/>
                </a:ln>
                <a:solidFill>
                  <a:schemeClr val="tx1"/>
                </a:solidFill>
                <a:effectLst/>
                <a:uLnTx/>
                <a:uFillTx/>
                <a:latin typeface="+mj-lt"/>
                <a:ea typeface="+mn-ea"/>
                <a:cs typeface="+mn-cs"/>
              </a:rPr>
              <a:t> building a </a:t>
            </a:r>
            <a:r>
              <a:rPr kumimoji="0" lang="nl-NL" sz="1600" b="0" i="0" u="none" strike="noStrike" kern="1200" cap="none" spc="0" normalizeH="0" baseline="0" noProof="0" err="1">
                <a:ln>
                  <a:noFill/>
                </a:ln>
                <a:solidFill>
                  <a:schemeClr val="tx1"/>
                </a:solidFill>
                <a:effectLst/>
                <a:uLnTx/>
                <a:uFillTx/>
                <a:latin typeface="+mj-lt"/>
                <a:ea typeface="+mn-ea"/>
                <a:cs typeface="+mn-cs"/>
              </a:rPr>
              <a:t>presentation</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there</a:t>
            </a:r>
            <a:r>
              <a:rPr kumimoji="0" lang="nl-NL" sz="1600" b="0" i="0" u="none" strike="noStrike" kern="1200" cap="none" spc="0" normalizeH="0" baseline="0" noProof="0">
                <a:ln>
                  <a:noFill/>
                </a:ln>
                <a:solidFill>
                  <a:schemeClr val="tx1"/>
                </a:solidFill>
                <a:effectLst/>
                <a:uLnTx/>
                <a:uFillTx/>
                <a:latin typeface="+mj-lt"/>
                <a:ea typeface="+mn-ea"/>
                <a:cs typeface="+mn-cs"/>
              </a:rPr>
              <a:t> is </a:t>
            </a:r>
            <a:r>
              <a:rPr kumimoji="0" lang="nl-NL" sz="1600" b="0" i="0" u="none" strike="noStrike" kern="1200" cap="none" spc="0" normalizeH="0" baseline="0" noProof="0" err="1">
                <a:ln>
                  <a:noFill/>
                </a:ln>
                <a:solidFill>
                  <a:schemeClr val="tx1"/>
                </a:solidFill>
                <a:effectLst/>
                <a:uLnTx/>
                <a:uFillTx/>
                <a:latin typeface="+mj-lt"/>
                <a:ea typeface="+mn-ea"/>
                <a:cs typeface="+mn-cs"/>
              </a:rPr>
              <a:t>one</a:t>
            </a:r>
            <a:r>
              <a:rPr kumimoji="0" lang="nl-NL" sz="1600" b="0" i="0" u="none" strike="noStrike" kern="1200" cap="none" spc="0" normalizeH="0" baseline="0" noProof="0">
                <a:ln>
                  <a:noFill/>
                </a:ln>
                <a:solidFill>
                  <a:schemeClr val="tx1"/>
                </a:solidFill>
                <a:effectLst/>
                <a:uLnTx/>
                <a:uFillTx/>
                <a:latin typeface="+mj-lt"/>
                <a:ea typeface="+mn-ea"/>
                <a:cs typeface="+mn-cs"/>
              </a:rPr>
              <a:t> important question </a:t>
            </a:r>
            <a:r>
              <a:rPr kumimoji="0" lang="nl-NL" sz="1600" b="0" i="0" u="none" strike="noStrike" kern="1200" cap="none" spc="0" normalizeH="0" baseline="0" noProof="0" err="1">
                <a:ln>
                  <a:noFill/>
                </a:ln>
                <a:solidFill>
                  <a:schemeClr val="tx1"/>
                </a:solidFill>
                <a:effectLst/>
                <a:uLnTx/>
                <a:uFillTx/>
                <a:latin typeface="+mj-lt"/>
                <a:ea typeface="+mn-ea"/>
                <a:cs typeface="+mn-cs"/>
              </a:rPr>
              <a:t>to</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ask</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yourself</a:t>
            </a:r>
            <a:r>
              <a:rPr kumimoji="0" lang="nl-NL" sz="1600" b="0" i="0" u="none" strike="noStrike" kern="1200" cap="none" spc="0" normalizeH="0" baseline="0" noProof="0">
                <a:ln>
                  <a:noFill/>
                </a:ln>
                <a:solidFill>
                  <a:schemeClr val="tx1"/>
                </a:solidFill>
                <a:effectLst/>
                <a:uLnTx/>
                <a:uFillTx/>
                <a:latin typeface="+mj-lt"/>
                <a:ea typeface="+mn-ea"/>
                <a:cs typeface="+mn-cs"/>
              </a:rPr>
              <a:t>: </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1" i="0" u="none" strike="noStrike" kern="1200" cap="none" spc="0" normalizeH="0" baseline="0" noProof="0">
                <a:ln>
                  <a:noFill/>
                </a:ln>
                <a:solidFill>
                  <a:schemeClr val="tx1"/>
                </a:solidFill>
                <a:effectLst/>
                <a:uLnTx/>
                <a:uFillTx/>
                <a:latin typeface="+mj-lt"/>
                <a:ea typeface="+mn-ea"/>
                <a:cs typeface="+mn-cs"/>
              </a:rPr>
              <a:t>‘</a:t>
            </a:r>
            <a:r>
              <a:rPr kumimoji="0" lang="nl-NL" sz="1600" b="1" i="0" u="none" strike="noStrike" kern="1200" cap="none" spc="0" normalizeH="0" baseline="0" noProof="0" err="1">
                <a:ln>
                  <a:noFill/>
                </a:ln>
                <a:solidFill>
                  <a:schemeClr val="tx1"/>
                </a:solidFill>
                <a:effectLst/>
                <a:uLnTx/>
                <a:uFillTx/>
                <a:latin typeface="+mj-lt"/>
                <a:ea typeface="+mn-ea"/>
                <a:cs typeface="+mn-cs"/>
              </a:rPr>
              <a:t>What</a:t>
            </a:r>
            <a:r>
              <a:rPr kumimoji="0" lang="nl-NL" sz="1600" b="1" i="0" u="none" strike="noStrike" kern="1200" cap="none" spc="0" normalizeH="0" baseline="0" noProof="0">
                <a:ln>
                  <a:noFill/>
                </a:ln>
                <a:solidFill>
                  <a:schemeClr val="tx1"/>
                </a:solidFill>
                <a:effectLst/>
                <a:uLnTx/>
                <a:uFillTx/>
                <a:latin typeface="+mj-lt"/>
                <a:ea typeface="+mn-ea"/>
                <a:cs typeface="+mn-cs"/>
              </a:rPr>
              <a:t> does </a:t>
            </a:r>
            <a:r>
              <a:rPr kumimoji="0" lang="nl-NL" sz="1600" b="1" i="0" u="none" strike="noStrike" kern="1200" cap="none" spc="0" normalizeH="0" baseline="0" noProof="0" err="1">
                <a:ln>
                  <a:noFill/>
                </a:ln>
                <a:solidFill>
                  <a:schemeClr val="tx1"/>
                </a:solidFill>
                <a:effectLst/>
                <a:uLnTx/>
                <a:uFillTx/>
                <a:latin typeface="+mj-lt"/>
                <a:ea typeface="+mn-ea"/>
                <a:cs typeface="+mn-cs"/>
              </a:rPr>
              <a:t>my</a:t>
            </a:r>
            <a:r>
              <a:rPr kumimoji="0" lang="nl-NL" sz="1600" b="1" i="0" u="none" strike="noStrike" kern="1200" cap="none" spc="0" normalizeH="0" baseline="0" noProof="0">
                <a:ln>
                  <a:noFill/>
                </a:ln>
                <a:solidFill>
                  <a:schemeClr val="tx1"/>
                </a:solidFill>
                <a:effectLst/>
                <a:uLnTx/>
                <a:uFillTx/>
                <a:latin typeface="+mj-lt"/>
                <a:ea typeface="+mn-ea"/>
                <a:cs typeface="+mn-cs"/>
              </a:rPr>
              <a:t> </a:t>
            </a:r>
            <a:r>
              <a:rPr kumimoji="0" lang="nl-NL" sz="1600" b="1" i="0" u="none" strike="noStrike" kern="1200" cap="none" spc="0" normalizeH="0" baseline="0" noProof="0" err="1">
                <a:ln>
                  <a:noFill/>
                </a:ln>
                <a:solidFill>
                  <a:schemeClr val="tx1"/>
                </a:solidFill>
                <a:effectLst/>
                <a:uLnTx/>
                <a:uFillTx/>
                <a:latin typeface="+mj-lt"/>
                <a:ea typeface="+mn-ea"/>
                <a:cs typeface="+mn-cs"/>
              </a:rPr>
              <a:t>audience</a:t>
            </a:r>
            <a:r>
              <a:rPr kumimoji="0" lang="nl-NL" sz="1600" b="1" i="0" u="none" strike="noStrike" kern="1200" cap="none" spc="0" normalizeH="0" baseline="0" noProof="0">
                <a:ln>
                  <a:noFill/>
                </a:ln>
                <a:solidFill>
                  <a:schemeClr val="tx1"/>
                </a:solidFill>
                <a:effectLst/>
                <a:uLnTx/>
                <a:uFillTx/>
                <a:latin typeface="+mj-lt"/>
                <a:ea typeface="+mn-ea"/>
                <a:cs typeface="+mn-cs"/>
              </a:rPr>
              <a:t> want </a:t>
            </a:r>
            <a:r>
              <a:rPr kumimoji="0" lang="nl-NL" sz="1600" b="1" i="0" u="none" strike="noStrike" kern="1200" cap="none" spc="0" normalizeH="0" baseline="0" noProof="0" err="1">
                <a:ln>
                  <a:noFill/>
                </a:ln>
                <a:solidFill>
                  <a:schemeClr val="tx1"/>
                </a:solidFill>
                <a:effectLst/>
                <a:uLnTx/>
                <a:uFillTx/>
                <a:latin typeface="+mj-lt"/>
                <a:ea typeface="+mn-ea"/>
                <a:cs typeface="+mn-cs"/>
              </a:rPr>
              <a:t>to</a:t>
            </a:r>
            <a:r>
              <a:rPr kumimoji="0" lang="nl-NL" sz="1600" b="1" i="0" u="none" strike="noStrike" kern="1200" cap="none" spc="0" normalizeH="0" baseline="0" noProof="0">
                <a:ln>
                  <a:noFill/>
                </a:ln>
                <a:solidFill>
                  <a:schemeClr val="tx1"/>
                </a:solidFill>
                <a:effectLst/>
                <a:uLnTx/>
                <a:uFillTx/>
                <a:latin typeface="+mj-lt"/>
                <a:ea typeface="+mn-ea"/>
                <a:cs typeface="+mn-cs"/>
              </a:rPr>
              <a:t> </a:t>
            </a:r>
            <a:r>
              <a:rPr kumimoji="0" lang="nl-NL" sz="1600" b="1" i="0" u="none" strike="noStrike" kern="1200" cap="none" spc="0" normalizeH="0" baseline="0" noProof="0" err="1">
                <a:ln>
                  <a:noFill/>
                </a:ln>
                <a:solidFill>
                  <a:schemeClr val="tx1"/>
                </a:solidFill>
                <a:effectLst/>
                <a:uLnTx/>
                <a:uFillTx/>
                <a:latin typeface="+mj-lt"/>
                <a:ea typeface="+mn-ea"/>
                <a:cs typeface="+mn-cs"/>
              </a:rPr>
              <a:t>learn</a:t>
            </a:r>
            <a:r>
              <a:rPr kumimoji="0" lang="nl-NL" sz="1600" b="1" i="0" u="none" strike="noStrike" kern="1200" cap="none" spc="0" normalizeH="0" baseline="0" noProof="0">
                <a:ln>
                  <a:noFill/>
                </a:ln>
                <a:solidFill>
                  <a:schemeClr val="tx1"/>
                </a:solidFill>
                <a:effectLst/>
                <a:uLnTx/>
                <a:uFillTx/>
                <a:latin typeface="+mj-lt"/>
                <a:ea typeface="+mn-ea"/>
                <a:cs typeface="+mn-cs"/>
              </a:rPr>
              <a:t>?’</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1200" cap="none" spc="0" normalizeH="0" baseline="0" noProof="0" err="1">
                <a:ln>
                  <a:noFill/>
                </a:ln>
                <a:solidFill>
                  <a:schemeClr val="tx1"/>
                </a:solidFill>
                <a:effectLst/>
                <a:uLnTx/>
                <a:uFillTx/>
                <a:latin typeface="+mj-lt"/>
                <a:ea typeface="+mn-ea"/>
                <a:cs typeface="+mn-cs"/>
              </a:rPr>
              <a:t>Each</a:t>
            </a:r>
            <a:r>
              <a:rPr kumimoji="0" lang="nl-NL" sz="1600" b="0" i="0" u="none" strike="noStrike" kern="1200" cap="none" spc="0" normalizeH="0" baseline="0" noProof="0">
                <a:ln>
                  <a:noFill/>
                </a:ln>
                <a:solidFill>
                  <a:schemeClr val="tx1"/>
                </a:solidFill>
                <a:effectLst/>
                <a:uLnTx/>
                <a:uFillTx/>
                <a:latin typeface="+mj-lt"/>
                <a:ea typeface="+mn-ea"/>
                <a:cs typeface="+mn-cs"/>
              </a:rPr>
              <a:t> slide </a:t>
            </a:r>
            <a:r>
              <a:rPr kumimoji="0" lang="nl-NL" sz="1600" b="0" i="0" u="none" strike="noStrike" kern="1200" cap="none" spc="0" normalizeH="0" baseline="0" noProof="0" err="1">
                <a:ln>
                  <a:noFill/>
                </a:ln>
                <a:solidFill>
                  <a:schemeClr val="tx1"/>
                </a:solidFill>
                <a:effectLst/>
                <a:uLnTx/>
                <a:uFillTx/>
                <a:latin typeface="+mj-lt"/>
                <a:ea typeface="+mn-ea"/>
                <a:cs typeface="+mn-cs"/>
              </a:rPr>
              <a:t>should</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provide</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one</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answer</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to</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that</a:t>
            </a:r>
            <a:r>
              <a:rPr kumimoji="0" lang="nl-NL" sz="1600" b="0" i="0" u="none" strike="noStrike" kern="1200" cap="none" spc="0" normalizeH="0" baseline="0" noProof="0">
                <a:ln>
                  <a:noFill/>
                </a:ln>
                <a:solidFill>
                  <a:schemeClr val="tx1"/>
                </a:solidFill>
                <a:effectLst/>
                <a:uLnTx/>
                <a:uFillTx/>
                <a:latin typeface="+mj-lt"/>
                <a:ea typeface="+mn-ea"/>
                <a:cs typeface="+mn-cs"/>
              </a:rPr>
              <a:t> question. </a:t>
            </a:r>
            <a:r>
              <a:rPr kumimoji="0" lang="nl-NL" sz="1600" b="0" i="0" u="none" strike="noStrike" kern="1200" cap="none" spc="0" normalizeH="0" baseline="0" noProof="0" err="1">
                <a:ln>
                  <a:noFill/>
                </a:ln>
                <a:solidFill>
                  <a:schemeClr val="tx1"/>
                </a:solidFill>
                <a:effectLst/>
                <a:uLnTx/>
                <a:uFillTx/>
                <a:latin typeface="+mj-lt"/>
                <a:ea typeface="+mn-ea"/>
                <a:cs typeface="+mn-cs"/>
              </a:rPr>
              <a:t>This</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makes</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your</a:t>
            </a:r>
            <a:r>
              <a:rPr kumimoji="0" lang="nl-NL" sz="1600" b="0" i="0" u="none" strike="noStrike" kern="1200" cap="none" spc="0" normalizeH="0" baseline="0" noProof="0">
                <a:ln>
                  <a:noFill/>
                </a:ln>
                <a:solidFill>
                  <a:schemeClr val="tx1"/>
                </a:solidFill>
                <a:effectLst/>
                <a:uLnTx/>
                <a:uFillTx/>
                <a:latin typeface="+mj-lt"/>
                <a:ea typeface="+mn-ea"/>
                <a:cs typeface="+mn-cs"/>
              </a:rPr>
              <a:t> slides </a:t>
            </a:r>
            <a:r>
              <a:rPr kumimoji="0" lang="nl-NL" sz="1600" b="0" i="0" u="none" strike="noStrike" kern="1200" cap="none" spc="0" normalizeH="0" baseline="0" noProof="0" err="1">
                <a:ln>
                  <a:noFill/>
                </a:ln>
                <a:solidFill>
                  <a:schemeClr val="tx1"/>
                </a:solidFill>
                <a:effectLst/>
                <a:uLnTx/>
                <a:uFillTx/>
                <a:latin typeface="+mj-lt"/>
                <a:ea typeface="+mn-ea"/>
                <a:cs typeface="+mn-cs"/>
              </a:rPr>
              <a:t>clear</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and</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concise</a:t>
            </a:r>
            <a:r>
              <a:rPr kumimoji="0" lang="nl-NL" sz="1600" b="0" i="0" u="none" strike="noStrike" kern="1200" cap="none" spc="0" normalizeH="0" baseline="0" noProof="0">
                <a:ln>
                  <a:noFill/>
                </a:ln>
                <a:solidFill>
                  <a:schemeClr val="tx1"/>
                </a:solidFill>
                <a:effectLst/>
                <a:uLnTx/>
                <a:uFillTx/>
                <a:latin typeface="+mj-lt"/>
                <a:ea typeface="+mn-ea"/>
                <a:cs typeface="+mn-cs"/>
              </a:rPr>
              <a:t>.</a:t>
            </a:r>
            <a:endParaRPr lang="nl-NL" sz="1600" b="0" kern="1200" noProof="0">
              <a:solidFill>
                <a:schemeClr val="tx1"/>
              </a:solidFill>
              <a:latin typeface="+mj-lt"/>
              <a:ea typeface="+mn-ea"/>
              <a:cs typeface="+mn-cs"/>
            </a:endParaRPr>
          </a:p>
        </p:txBody>
      </p:sp>
      <p:cxnSp>
        <p:nvCxnSpPr>
          <p:cNvPr id="6" name="Rechte verbindingslijn 5">
            <a:extLst>
              <a:ext uri="{FF2B5EF4-FFF2-40B4-BE49-F238E27FC236}">
                <a16:creationId xmlns:a16="http://schemas.microsoft.com/office/drawing/2014/main" id="{D349D191-30BB-58D0-5FD3-DA9A61397A91}"/>
              </a:ext>
            </a:extLst>
          </p:cNvPr>
          <p:cNvCxnSpPr>
            <a:cxnSpLocks/>
          </p:cNvCxnSpPr>
          <p:nvPr userDrawn="1"/>
        </p:nvCxnSpPr>
        <p:spPr>
          <a:xfrm>
            <a:off x="896722" y="4425669"/>
            <a:ext cx="4547038" cy="0"/>
          </a:xfrm>
          <a:prstGeom prst="line">
            <a:avLst/>
          </a:prstGeom>
          <a:noFill/>
          <a:ln w="9525" cap="flat" cmpd="sng" algn="ctr">
            <a:solidFill>
              <a:schemeClr val="accent1"/>
            </a:solidFill>
            <a:prstDash val="solid"/>
          </a:ln>
          <a:effectLst/>
        </p:spPr>
      </p:cxnSp>
      <p:sp>
        <p:nvSpPr>
          <p:cNvPr id="7" name="Rechthoek 6">
            <a:extLst>
              <a:ext uri="{FF2B5EF4-FFF2-40B4-BE49-F238E27FC236}">
                <a16:creationId xmlns:a16="http://schemas.microsoft.com/office/drawing/2014/main" id="{4A3E2C08-53A0-D038-137E-1448D201B7C0}"/>
              </a:ext>
            </a:extLst>
          </p:cNvPr>
          <p:cNvSpPr/>
          <p:nvPr userDrawn="1"/>
        </p:nvSpPr>
        <p:spPr>
          <a:xfrm>
            <a:off x="5760932" y="827082"/>
            <a:ext cx="4837124"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err="1">
                <a:solidFill>
                  <a:schemeClr val="accent1"/>
                </a:solidFill>
                <a:latin typeface="+mj-lt"/>
                <a:ea typeface="+mn-ea"/>
                <a:cs typeface="+mn-cs"/>
              </a:rPr>
              <a:t>Who</a:t>
            </a:r>
            <a:r>
              <a:rPr lang="nl-NL" sz="1800" b="1" i="0" kern="1200" noProof="0">
                <a:solidFill>
                  <a:schemeClr val="accent1"/>
                </a:solidFill>
                <a:latin typeface="+mj-lt"/>
                <a:ea typeface="+mn-ea"/>
                <a:cs typeface="+mn-cs"/>
              </a:rPr>
              <a:t> is </a:t>
            </a:r>
            <a:r>
              <a:rPr lang="nl-NL" sz="1800" b="1" i="0" kern="1200" noProof="0" err="1">
                <a:solidFill>
                  <a:schemeClr val="accent1"/>
                </a:solidFill>
                <a:latin typeface="+mj-lt"/>
                <a:ea typeface="+mn-ea"/>
                <a:cs typeface="+mn-cs"/>
              </a:rPr>
              <a:t>this</a:t>
            </a:r>
            <a:r>
              <a:rPr lang="nl-NL" sz="1800" b="1" i="0" kern="1200" noProof="0">
                <a:solidFill>
                  <a:schemeClr val="accent1"/>
                </a:solidFill>
                <a:latin typeface="+mj-lt"/>
                <a:ea typeface="+mn-ea"/>
                <a:cs typeface="+mn-cs"/>
              </a:rPr>
              <a:t> slide </a:t>
            </a:r>
            <a:r>
              <a:rPr lang="nl-NL" sz="1800" b="1" i="0" kern="1200" noProof="0" err="1">
                <a:solidFill>
                  <a:schemeClr val="accent1"/>
                </a:solidFill>
                <a:latin typeface="+mj-lt"/>
                <a:ea typeface="+mn-ea"/>
                <a:cs typeface="+mn-cs"/>
              </a:rPr>
              <a:t>for</a:t>
            </a:r>
            <a:r>
              <a:rPr lang="nl-NL" sz="1800" b="1" i="0" kern="1200" noProof="0">
                <a:solidFill>
                  <a:schemeClr val="accent1"/>
                </a:solidFill>
                <a:latin typeface="+mj-lt"/>
                <a:ea typeface="+mn-ea"/>
                <a:cs typeface="+mn-cs"/>
              </a:rPr>
              <a:t>?</a:t>
            </a:r>
          </a:p>
        </p:txBody>
      </p:sp>
      <p:cxnSp>
        <p:nvCxnSpPr>
          <p:cNvPr id="8" name="Rechte verbindingslijn 7">
            <a:extLst>
              <a:ext uri="{FF2B5EF4-FFF2-40B4-BE49-F238E27FC236}">
                <a16:creationId xmlns:a16="http://schemas.microsoft.com/office/drawing/2014/main" id="{BAC6B6AC-54D1-EB46-98F0-717C78F37B17}"/>
              </a:ext>
            </a:extLst>
          </p:cNvPr>
          <p:cNvCxnSpPr>
            <a:cxnSpLocks/>
          </p:cNvCxnSpPr>
          <p:nvPr userDrawn="1"/>
        </p:nvCxnSpPr>
        <p:spPr>
          <a:xfrm>
            <a:off x="5768767" y="1211830"/>
            <a:ext cx="5524284" cy="0"/>
          </a:xfrm>
          <a:prstGeom prst="line">
            <a:avLst/>
          </a:prstGeom>
          <a:noFill/>
          <a:ln w="9525" cap="flat" cmpd="sng" algn="ctr">
            <a:solidFill>
              <a:schemeClr val="accent1"/>
            </a:solidFill>
            <a:prstDash val="solid"/>
          </a:ln>
          <a:effectLst/>
        </p:spPr>
      </p:cxnSp>
      <p:sp>
        <p:nvSpPr>
          <p:cNvPr id="9" name="Tekstvak 8">
            <a:extLst>
              <a:ext uri="{FF2B5EF4-FFF2-40B4-BE49-F238E27FC236}">
                <a16:creationId xmlns:a16="http://schemas.microsoft.com/office/drawing/2014/main" id="{536F1B15-9928-D17F-F822-65CD56E68737}"/>
              </a:ext>
            </a:extLst>
          </p:cNvPr>
          <p:cNvSpPr txBox="1"/>
          <p:nvPr userDrawn="1"/>
        </p:nvSpPr>
        <p:spPr>
          <a:xfrm>
            <a:off x="5760931" y="1372492"/>
            <a:ext cx="5532120" cy="2670093"/>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en-US" sz="1600" b="0" i="0" u="none" strike="noStrike" kern="0" cap="none" spc="0" normalizeH="0" baseline="0" noProof="0">
                <a:ln>
                  <a:noFill/>
                </a:ln>
                <a:solidFill>
                  <a:schemeClr val="tx1"/>
                </a:solidFill>
                <a:effectLst/>
                <a:uLnTx/>
                <a:uFillTx/>
                <a:latin typeface="+mj-lt"/>
                <a:ea typeface="+mn-ea"/>
                <a:cs typeface="Segoe UI Light" panose="020B0502040204020203" pitchFamily="34" charset="0"/>
              </a:rPr>
              <a:t>Your presentation should enable the audience to better understand the story. The slides should support the message you are conveying. For each slide, ask yourself, “Does this slide help the audience or myself to better remember the story?” If the answer is the latter, it is better to omit the slide. Also try to vary your slides sufficiently and show enough visuals. Use chapter title slides to indicate that a new chapter is beginning.</a:t>
            </a:r>
            <a:endParaRPr lang="nl-NL" sz="1600" b="0" kern="1200" noProof="0">
              <a:solidFill>
                <a:schemeClr val="tx1"/>
              </a:solidFill>
              <a:latin typeface="+mj-lt"/>
              <a:ea typeface="+mn-ea"/>
              <a:cs typeface="+mn-cs"/>
            </a:endParaRPr>
          </a:p>
        </p:txBody>
      </p:sp>
      <p:sp>
        <p:nvSpPr>
          <p:cNvPr id="10" name="Rechthoek 9">
            <a:extLst>
              <a:ext uri="{FF2B5EF4-FFF2-40B4-BE49-F238E27FC236}">
                <a16:creationId xmlns:a16="http://schemas.microsoft.com/office/drawing/2014/main" id="{6B1DB5C1-76FD-B984-DE72-A27E6E3D3753}"/>
              </a:ext>
            </a:extLst>
          </p:cNvPr>
          <p:cNvSpPr/>
          <p:nvPr userDrawn="1"/>
        </p:nvSpPr>
        <p:spPr>
          <a:xfrm>
            <a:off x="5760932" y="3822955"/>
            <a:ext cx="4837124" cy="280344"/>
          </a:xfrm>
          <a:prstGeom prst="rect">
            <a:avLst/>
          </a:prstGeom>
          <a:noFill/>
          <a:ln w="25400" cap="flat" cmpd="sng" algn="ctr">
            <a:noFill/>
            <a:prstDash val="solid"/>
          </a:ln>
          <a:effectLst/>
        </p:spPr>
        <p:txBody>
          <a:bodyPr lIns="0" tIns="0" rIns="0" bIns="0" rtlCol="0" anchor="t"/>
          <a:lstStyle/>
          <a:p>
            <a:pPr marL="0" marR="0" lvl="0" indent="0"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nl-NL" sz="1800" b="1" i="0" kern="1200" noProof="0">
                <a:solidFill>
                  <a:schemeClr val="accent1"/>
                </a:solidFill>
                <a:latin typeface="+mj-lt"/>
                <a:ea typeface="+mn-ea"/>
                <a:cs typeface="+mn-cs"/>
              </a:rPr>
              <a:t>Start </a:t>
            </a:r>
            <a:r>
              <a:rPr lang="nl-NL" sz="1800" b="1" i="0" kern="1200" noProof="0" err="1">
                <a:solidFill>
                  <a:schemeClr val="accent1"/>
                </a:solidFill>
                <a:latin typeface="+mj-lt"/>
                <a:ea typeface="+mn-ea"/>
                <a:cs typeface="+mn-cs"/>
              </a:rPr>
              <a:t>with</a:t>
            </a:r>
            <a:r>
              <a:rPr lang="nl-NL" sz="1800" b="1" i="0" kern="1200" noProof="0">
                <a:solidFill>
                  <a:schemeClr val="accent1"/>
                </a:solidFill>
                <a:latin typeface="+mj-lt"/>
                <a:ea typeface="+mn-ea"/>
                <a:cs typeface="+mn-cs"/>
              </a:rPr>
              <a:t> </a:t>
            </a:r>
            <a:r>
              <a:rPr lang="nl-NL" sz="1800" b="1" i="0" kern="1200" noProof="0" err="1">
                <a:solidFill>
                  <a:schemeClr val="accent1"/>
                </a:solidFill>
                <a:latin typeface="+mj-lt"/>
                <a:ea typeface="+mn-ea"/>
                <a:cs typeface="+mn-cs"/>
              </a:rPr>
              <a:t>your</a:t>
            </a:r>
            <a:r>
              <a:rPr lang="nl-NL" sz="1800" b="1" i="0" kern="1200" noProof="0">
                <a:solidFill>
                  <a:schemeClr val="accent1"/>
                </a:solidFill>
                <a:latin typeface="+mj-lt"/>
                <a:ea typeface="+mn-ea"/>
                <a:cs typeface="+mn-cs"/>
              </a:rPr>
              <a:t> </a:t>
            </a:r>
            <a:r>
              <a:rPr lang="nl-NL" sz="1800" b="1" i="0" kern="1200" noProof="0" err="1">
                <a:solidFill>
                  <a:schemeClr val="accent1"/>
                </a:solidFill>
                <a:latin typeface="+mj-lt"/>
                <a:ea typeface="+mn-ea"/>
                <a:cs typeface="+mn-cs"/>
              </a:rPr>
              <a:t>ending</a:t>
            </a:r>
            <a:r>
              <a:rPr lang="nl-NL" sz="1800" b="1" i="0" kern="1200" noProof="0">
                <a:solidFill>
                  <a:schemeClr val="accent1"/>
                </a:solidFill>
                <a:latin typeface="+mj-lt"/>
                <a:ea typeface="+mn-ea"/>
                <a:cs typeface="+mn-cs"/>
              </a:rPr>
              <a:t> in mind</a:t>
            </a:r>
          </a:p>
        </p:txBody>
      </p:sp>
      <p:cxnSp>
        <p:nvCxnSpPr>
          <p:cNvPr id="11" name="Rechte verbindingslijn 10">
            <a:extLst>
              <a:ext uri="{FF2B5EF4-FFF2-40B4-BE49-F238E27FC236}">
                <a16:creationId xmlns:a16="http://schemas.microsoft.com/office/drawing/2014/main" id="{4EB007A6-2881-5AE2-7156-C5C740A8C1DA}"/>
              </a:ext>
            </a:extLst>
          </p:cNvPr>
          <p:cNvCxnSpPr>
            <a:cxnSpLocks/>
          </p:cNvCxnSpPr>
          <p:nvPr userDrawn="1"/>
        </p:nvCxnSpPr>
        <p:spPr>
          <a:xfrm>
            <a:off x="5768767" y="4207703"/>
            <a:ext cx="5524284" cy="0"/>
          </a:xfrm>
          <a:prstGeom prst="line">
            <a:avLst/>
          </a:prstGeom>
          <a:noFill/>
          <a:ln w="9525" cap="flat" cmpd="sng" algn="ctr">
            <a:solidFill>
              <a:schemeClr val="accent1"/>
            </a:solidFill>
            <a:prstDash val="solid"/>
          </a:ln>
          <a:effectLst/>
        </p:spPr>
      </p:cxnSp>
      <p:sp>
        <p:nvSpPr>
          <p:cNvPr id="12" name="Tekstvak 11">
            <a:extLst>
              <a:ext uri="{FF2B5EF4-FFF2-40B4-BE49-F238E27FC236}">
                <a16:creationId xmlns:a16="http://schemas.microsoft.com/office/drawing/2014/main" id="{243C0869-57DC-2FE3-C545-3522CDFE289A}"/>
              </a:ext>
            </a:extLst>
          </p:cNvPr>
          <p:cNvSpPr txBox="1"/>
          <p:nvPr userDrawn="1"/>
        </p:nvSpPr>
        <p:spPr>
          <a:xfrm>
            <a:off x="5760930" y="4368366"/>
            <a:ext cx="5859353" cy="1350495"/>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tx1"/>
                </a:solidFill>
                <a:effectLst/>
                <a:uLnTx/>
                <a:uFillTx/>
                <a:latin typeface="+mj-lt"/>
                <a:ea typeface="+mn-ea"/>
                <a:cs typeface="Segoe UI Light" panose="020B0502040204020203" pitchFamily="34" charset="0"/>
              </a:rPr>
              <a:t>“What do I want to achieve with this presentation?”</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chemeClr val="tx1"/>
                </a:solidFill>
                <a:effectLst/>
                <a:uLnTx/>
                <a:uFillTx/>
                <a:latin typeface="+mj-lt"/>
                <a:ea typeface="+mn-ea"/>
                <a:cs typeface="Segoe UI Light" panose="020B0502040204020203" pitchFamily="34" charset="0"/>
              </a:rPr>
              <a:t>Answer this question before you start building your presentation. This will give your storyline a different, more powerful structure. End your presentation with a summary slide. This slide contains the takeaways that you determined in advance. These are the elements that you want to convey and that the audience should remember. </a:t>
            </a:r>
            <a:endParaRPr kumimoji="0" lang="nl-NL" sz="1600" b="0" i="0" u="none" strike="noStrike" kern="0" cap="none" spc="0" normalizeH="0" baseline="0" noProof="0">
              <a:ln>
                <a:noFill/>
              </a:ln>
              <a:solidFill>
                <a:schemeClr val="tx1"/>
              </a:solidFill>
              <a:effectLst/>
              <a:uLnTx/>
              <a:uFillTx/>
              <a:latin typeface="+mj-lt"/>
              <a:ea typeface="+mn-ea"/>
              <a:cs typeface="Segoe UI Light" panose="020B0502040204020203" pitchFamily="34" charset="0"/>
            </a:endParaRPr>
          </a:p>
        </p:txBody>
      </p:sp>
      <p:sp>
        <p:nvSpPr>
          <p:cNvPr id="13" name="Tekstvak 12">
            <a:extLst>
              <a:ext uri="{FF2B5EF4-FFF2-40B4-BE49-F238E27FC236}">
                <a16:creationId xmlns:a16="http://schemas.microsoft.com/office/drawing/2014/main" id="{0F4C0159-20B4-AE8E-EE9C-F43844546169}"/>
              </a:ext>
            </a:extLst>
          </p:cNvPr>
          <p:cNvSpPr txBox="1"/>
          <p:nvPr userDrawn="1"/>
        </p:nvSpPr>
        <p:spPr>
          <a:xfrm>
            <a:off x="898489" y="1372493"/>
            <a:ext cx="4406985" cy="2337920"/>
          </a:xfrm>
          <a:prstGeom prst="rect">
            <a:avLst/>
          </a:prstGeom>
          <a:noFill/>
        </p:spPr>
        <p:txBody>
          <a:bodyPr wrap="square" lIns="0" tIns="0" rIns="0" bIns="0" rtlCol="0" anchor="t">
            <a:noAutofit/>
          </a:bodyPr>
          <a:ls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1200" cap="none" spc="0" normalizeH="0" baseline="0" noProof="0">
                <a:ln>
                  <a:noFill/>
                </a:ln>
                <a:solidFill>
                  <a:schemeClr val="tx1"/>
                </a:solidFill>
                <a:effectLst/>
                <a:uLnTx/>
                <a:uFillTx/>
                <a:latin typeface="+mj-lt"/>
                <a:ea typeface="+mn-ea"/>
                <a:cs typeface="+mn-cs"/>
              </a:rPr>
              <a:t>We </a:t>
            </a:r>
            <a:r>
              <a:rPr kumimoji="0" lang="nl-NL" sz="1600" b="0" i="0" u="none" strike="noStrike" kern="1200" cap="none" spc="0" normalizeH="0" baseline="0" noProof="0" err="1">
                <a:ln>
                  <a:noFill/>
                </a:ln>
                <a:solidFill>
                  <a:schemeClr val="tx1"/>
                </a:solidFill>
                <a:effectLst/>
                <a:uLnTx/>
                <a:uFillTx/>
                <a:latin typeface="+mj-lt"/>
                <a:ea typeface="+mn-ea"/>
                <a:cs typeface="+mn-cs"/>
              </a:rPr>
              <a:t>see</a:t>
            </a:r>
            <a:r>
              <a:rPr kumimoji="0" lang="nl-NL" sz="1600" b="0" i="0" u="none" strike="noStrike" kern="1200" cap="none" spc="0" normalizeH="0" baseline="0" noProof="0">
                <a:ln>
                  <a:noFill/>
                </a:ln>
                <a:solidFill>
                  <a:schemeClr val="tx1"/>
                </a:solidFill>
                <a:effectLst/>
                <a:uLnTx/>
                <a:uFillTx/>
                <a:latin typeface="+mj-lt"/>
                <a:ea typeface="+mn-ea"/>
                <a:cs typeface="+mn-cs"/>
              </a:rPr>
              <a:t> a lot of </a:t>
            </a:r>
            <a:r>
              <a:rPr kumimoji="0" lang="nl-NL" sz="1600" b="0" i="0" u="none" strike="noStrike" kern="1200" cap="none" spc="0" normalizeH="0" baseline="0" noProof="0" err="1">
                <a:ln>
                  <a:noFill/>
                </a:ln>
                <a:solidFill>
                  <a:schemeClr val="tx1"/>
                </a:solidFill>
                <a:effectLst/>
                <a:uLnTx/>
                <a:uFillTx/>
                <a:latin typeface="+mj-lt"/>
                <a:ea typeface="+mn-ea"/>
                <a:cs typeface="+mn-cs"/>
              </a:rPr>
              <a:t>presentations</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loaded</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to</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the</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brim</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with</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text</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This</a:t>
            </a:r>
            <a:r>
              <a:rPr kumimoji="0" lang="nl-NL" sz="1600" b="0" i="0" u="none" strike="noStrike" kern="1200" cap="none" spc="0" normalizeH="0" baseline="0" noProof="0">
                <a:ln>
                  <a:noFill/>
                </a:ln>
                <a:solidFill>
                  <a:schemeClr val="tx1"/>
                </a:solidFill>
                <a:effectLst/>
                <a:uLnTx/>
                <a:uFillTx/>
                <a:latin typeface="+mj-lt"/>
                <a:ea typeface="+mn-ea"/>
                <a:cs typeface="+mn-cs"/>
              </a:rPr>
              <a:t> is </a:t>
            </a:r>
            <a:r>
              <a:rPr kumimoji="0" lang="nl-NL" sz="1600" b="0" i="0" u="none" strike="noStrike" kern="1200" cap="none" spc="0" normalizeH="0" baseline="0" noProof="0" err="1">
                <a:ln>
                  <a:noFill/>
                </a:ln>
                <a:solidFill>
                  <a:schemeClr val="tx1"/>
                </a:solidFill>
                <a:effectLst/>
                <a:uLnTx/>
                <a:uFillTx/>
                <a:latin typeface="+mj-lt"/>
                <a:ea typeface="+mn-ea"/>
                <a:cs typeface="+mn-cs"/>
              </a:rPr>
              <a:t>because</a:t>
            </a:r>
            <a:r>
              <a:rPr kumimoji="0" lang="nl-NL" sz="1600" b="0" i="0" u="none" strike="noStrike" kern="1200" cap="none" spc="0" normalizeH="0" baseline="0" noProof="0">
                <a:ln>
                  <a:noFill/>
                </a:ln>
                <a:solidFill>
                  <a:schemeClr val="tx1"/>
                </a:solidFill>
                <a:effectLst/>
                <a:uLnTx/>
                <a:uFillTx/>
                <a:latin typeface="+mj-lt"/>
                <a:ea typeface="+mn-ea"/>
                <a:cs typeface="+mn-cs"/>
              </a:rPr>
              <a:t> we </a:t>
            </a:r>
            <a:r>
              <a:rPr kumimoji="0" lang="nl-NL" sz="1600" b="0" i="0" u="none" strike="noStrike" kern="1200" cap="none" spc="0" normalizeH="0" baseline="0" noProof="0" err="1">
                <a:ln>
                  <a:noFill/>
                </a:ln>
                <a:solidFill>
                  <a:schemeClr val="tx1"/>
                </a:solidFill>
                <a:effectLst/>
                <a:uLnTx/>
                <a:uFillTx/>
                <a:latin typeface="+mj-lt"/>
                <a:ea typeface="+mn-ea"/>
                <a:cs typeface="+mn-cs"/>
              </a:rPr>
              <a:t>usually</a:t>
            </a:r>
            <a:r>
              <a:rPr kumimoji="0" lang="nl-NL" sz="1600" b="0" i="0" u="none" strike="noStrike" kern="1200" cap="none" spc="0" normalizeH="0" baseline="0" noProof="0">
                <a:ln>
                  <a:noFill/>
                </a:ln>
                <a:solidFill>
                  <a:schemeClr val="tx1"/>
                </a:solidFill>
                <a:effectLst/>
                <a:uLnTx/>
                <a:uFillTx/>
                <a:latin typeface="+mj-lt"/>
                <a:ea typeface="+mn-ea"/>
                <a:cs typeface="+mn-cs"/>
              </a:rPr>
              <a:t> start PowerPoint </a:t>
            </a:r>
            <a:r>
              <a:rPr kumimoji="0" lang="nl-NL" sz="1600" b="0" i="0" u="none" strike="noStrike" kern="1200" cap="none" spc="0" normalizeH="0" baseline="0" noProof="0" err="1">
                <a:ln>
                  <a:noFill/>
                </a:ln>
                <a:solidFill>
                  <a:schemeClr val="tx1"/>
                </a:solidFill>
                <a:effectLst/>
                <a:uLnTx/>
                <a:uFillTx/>
                <a:latin typeface="+mj-lt"/>
                <a:ea typeface="+mn-ea"/>
                <a:cs typeface="+mn-cs"/>
              </a:rPr>
              <a:t>and</a:t>
            </a:r>
            <a:r>
              <a:rPr kumimoji="0" lang="nl-NL" sz="1600" b="0" i="0" u="none" strike="noStrike" kern="1200" cap="none" spc="0" normalizeH="0" baseline="0" noProof="0">
                <a:ln>
                  <a:noFill/>
                </a:ln>
                <a:solidFill>
                  <a:schemeClr val="tx1"/>
                </a:solidFill>
                <a:effectLst/>
                <a:uLnTx/>
                <a:uFillTx/>
                <a:latin typeface="+mj-lt"/>
                <a:ea typeface="+mn-ea"/>
                <a:cs typeface="+mn-cs"/>
              </a:rPr>
              <a:t> type out </a:t>
            </a:r>
            <a:r>
              <a:rPr kumimoji="0" lang="nl-NL" sz="1600" b="0" i="0" u="none" strike="noStrike" kern="1200" cap="none" spc="0" normalizeH="0" baseline="0" noProof="0" err="1">
                <a:ln>
                  <a:noFill/>
                </a:ln>
                <a:solidFill>
                  <a:schemeClr val="tx1"/>
                </a:solidFill>
                <a:effectLst/>
                <a:uLnTx/>
                <a:uFillTx/>
                <a:latin typeface="+mj-lt"/>
                <a:ea typeface="+mn-ea"/>
                <a:cs typeface="+mn-cs"/>
              </a:rPr>
              <a:t>everything</a:t>
            </a:r>
            <a:r>
              <a:rPr kumimoji="0" lang="nl-NL" sz="1600" b="0" i="0" u="none" strike="noStrike" kern="1200" cap="none" spc="0" normalizeH="0" baseline="0" noProof="0">
                <a:ln>
                  <a:noFill/>
                </a:ln>
                <a:solidFill>
                  <a:schemeClr val="tx1"/>
                </a:solidFill>
                <a:effectLst/>
                <a:uLnTx/>
                <a:uFillTx/>
                <a:latin typeface="+mj-lt"/>
                <a:ea typeface="+mn-ea"/>
                <a:cs typeface="+mn-cs"/>
              </a:rPr>
              <a:t> we want </a:t>
            </a:r>
            <a:r>
              <a:rPr kumimoji="0" lang="nl-NL" sz="1600" b="0" i="0" u="none" strike="noStrike" kern="1200" cap="none" spc="0" normalizeH="0" baseline="0" noProof="0" err="1">
                <a:ln>
                  <a:noFill/>
                </a:ln>
                <a:solidFill>
                  <a:schemeClr val="tx1"/>
                </a:solidFill>
                <a:effectLst/>
                <a:uLnTx/>
                <a:uFillTx/>
                <a:latin typeface="+mj-lt"/>
                <a:ea typeface="+mn-ea"/>
                <a:cs typeface="+mn-cs"/>
              </a:rPr>
              <a:t>to</a:t>
            </a:r>
            <a:r>
              <a:rPr kumimoji="0" lang="nl-NL" sz="1600" b="0" i="0" u="none" strike="noStrike" kern="1200" cap="none" spc="0" normalizeH="0" baseline="0" noProof="0">
                <a:ln>
                  <a:noFill/>
                </a:ln>
                <a:solidFill>
                  <a:schemeClr val="tx1"/>
                </a:solidFill>
                <a:effectLst/>
                <a:uLnTx/>
                <a:uFillTx/>
                <a:latin typeface="+mj-lt"/>
                <a:ea typeface="+mn-ea"/>
                <a:cs typeface="+mn-cs"/>
              </a:rPr>
              <a:t> say.</a:t>
            </a:r>
          </a:p>
          <a:p>
            <a:pPr marL="0" marR="0" lvl="0" indent="0" algn="l" defTabSz="1086989" rtl="0" eaLnBrk="1" fontAlgn="auto" latinLnBrk="0" hangingPunct="1">
              <a:lnSpc>
                <a:spcPct val="100000"/>
              </a:lnSpc>
              <a:spcBef>
                <a:spcPts val="0"/>
              </a:spcBef>
              <a:spcAft>
                <a:spcPts val="0"/>
              </a:spcAft>
              <a:buClrTx/>
              <a:buSzPct val="80000"/>
              <a:buFont typeface="Wingdings" pitchFamily="2" charset="2"/>
              <a:buNone/>
              <a:tabLst/>
              <a:defRPr/>
            </a:pPr>
            <a:r>
              <a:rPr kumimoji="0" lang="nl-NL" sz="1600" b="0" i="0" u="none" strike="noStrike" kern="1200" cap="none" spc="0" normalizeH="0" baseline="0" noProof="0" err="1">
                <a:ln>
                  <a:noFill/>
                </a:ln>
                <a:solidFill>
                  <a:schemeClr val="tx1"/>
                </a:solidFill>
                <a:effectLst/>
                <a:uLnTx/>
                <a:uFillTx/>
                <a:latin typeface="+mj-lt"/>
                <a:ea typeface="+mn-ea"/>
                <a:cs typeface="+mn-cs"/>
              </a:rPr>
              <a:t>However</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people</a:t>
            </a:r>
            <a:r>
              <a:rPr kumimoji="0" lang="nl-NL" sz="1600" b="0" i="0" u="none" strike="noStrike" kern="1200" cap="none" spc="0" normalizeH="0" baseline="0" noProof="0">
                <a:ln>
                  <a:noFill/>
                </a:ln>
                <a:solidFill>
                  <a:schemeClr val="tx1"/>
                </a:solidFill>
                <a:effectLst/>
                <a:uLnTx/>
                <a:uFillTx/>
                <a:latin typeface="+mj-lt"/>
                <a:ea typeface="+mn-ea"/>
                <a:cs typeface="+mn-cs"/>
              </a:rPr>
              <a:t> are </a:t>
            </a:r>
            <a:r>
              <a:rPr kumimoji="0" lang="nl-NL" sz="1600" b="0" i="0" u="none" strike="noStrike" kern="1200" cap="none" spc="0" normalizeH="0" baseline="0" noProof="0" err="1">
                <a:ln>
                  <a:noFill/>
                </a:ln>
                <a:solidFill>
                  <a:schemeClr val="tx1"/>
                </a:solidFill>
                <a:effectLst/>
                <a:uLnTx/>
                <a:uFillTx/>
                <a:latin typeface="+mj-lt"/>
                <a:ea typeface="+mn-ea"/>
                <a:cs typeface="+mn-cs"/>
              </a:rPr>
              <a:t>not</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capable</a:t>
            </a:r>
            <a:r>
              <a:rPr kumimoji="0" lang="nl-NL" sz="1600" b="0" i="0" u="none" strike="noStrike" kern="1200" cap="none" spc="0" normalizeH="0" baseline="0" noProof="0">
                <a:ln>
                  <a:noFill/>
                </a:ln>
                <a:solidFill>
                  <a:schemeClr val="tx1"/>
                </a:solidFill>
                <a:effectLst/>
                <a:uLnTx/>
                <a:uFillTx/>
                <a:latin typeface="+mj-lt"/>
                <a:ea typeface="+mn-ea"/>
                <a:cs typeface="+mn-cs"/>
              </a:rPr>
              <a:t> of reading </a:t>
            </a:r>
            <a:r>
              <a:rPr kumimoji="0" lang="nl-NL" sz="1600" b="0" i="0" u="none" strike="noStrike" kern="1200" cap="none" spc="0" normalizeH="0" baseline="0" noProof="0" err="1">
                <a:ln>
                  <a:noFill/>
                </a:ln>
                <a:solidFill>
                  <a:schemeClr val="tx1"/>
                </a:solidFill>
                <a:effectLst/>
                <a:uLnTx/>
                <a:uFillTx/>
                <a:latin typeface="+mj-lt"/>
                <a:ea typeface="+mn-ea"/>
                <a:cs typeface="+mn-cs"/>
              </a:rPr>
              <a:t>and</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listening</a:t>
            </a:r>
            <a:r>
              <a:rPr kumimoji="0" lang="nl-NL" sz="1600" b="0" i="0" u="none" strike="noStrike" kern="1200" cap="none" spc="0" normalizeH="0" baseline="0" noProof="0">
                <a:ln>
                  <a:noFill/>
                </a:ln>
                <a:solidFill>
                  <a:schemeClr val="tx1"/>
                </a:solidFill>
                <a:effectLst/>
                <a:uLnTx/>
                <a:uFillTx/>
                <a:latin typeface="+mj-lt"/>
                <a:ea typeface="+mn-ea"/>
                <a:cs typeface="+mn-cs"/>
              </a:rPr>
              <a:t> at </a:t>
            </a:r>
            <a:r>
              <a:rPr kumimoji="0" lang="nl-NL" sz="1600" b="0" i="0" u="none" strike="noStrike" kern="1200" cap="none" spc="0" normalizeH="0" baseline="0" noProof="0" err="1">
                <a:ln>
                  <a:noFill/>
                </a:ln>
                <a:solidFill>
                  <a:schemeClr val="tx1"/>
                </a:solidFill>
                <a:effectLst/>
                <a:uLnTx/>
                <a:uFillTx/>
                <a:latin typeface="+mj-lt"/>
                <a:ea typeface="+mn-ea"/>
                <a:cs typeface="+mn-cs"/>
              </a:rPr>
              <a:t>the</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same</a:t>
            </a:r>
            <a:r>
              <a:rPr kumimoji="0" lang="nl-NL" sz="1600" b="0" i="0" u="none" strike="noStrike" kern="1200" cap="none" spc="0" normalizeH="0" baseline="0" noProof="0">
                <a:ln>
                  <a:noFill/>
                </a:ln>
                <a:solidFill>
                  <a:schemeClr val="tx1"/>
                </a:solidFill>
                <a:effectLst/>
                <a:uLnTx/>
                <a:uFillTx/>
                <a:latin typeface="+mj-lt"/>
                <a:ea typeface="+mn-ea"/>
                <a:cs typeface="+mn-cs"/>
              </a:rPr>
              <a:t> time. </a:t>
            </a:r>
            <a:r>
              <a:rPr kumimoji="0" lang="nl-NL" sz="1600" b="0" i="0" u="none" strike="noStrike" kern="1200" cap="none" spc="0" normalizeH="0" baseline="0" noProof="0" err="1">
                <a:ln>
                  <a:noFill/>
                </a:ln>
                <a:solidFill>
                  <a:schemeClr val="tx1"/>
                </a:solidFill>
                <a:effectLst/>
                <a:uLnTx/>
                <a:uFillTx/>
                <a:latin typeface="+mj-lt"/>
                <a:ea typeface="+mn-ea"/>
                <a:cs typeface="+mn-cs"/>
              </a:rPr>
              <a:t>Whenever</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your</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audience</a:t>
            </a:r>
            <a:r>
              <a:rPr kumimoji="0" lang="nl-NL" sz="1600" b="0" i="0" u="none" strike="noStrike" kern="1200" cap="none" spc="0" normalizeH="0" baseline="0" noProof="0">
                <a:ln>
                  <a:noFill/>
                </a:ln>
                <a:solidFill>
                  <a:schemeClr val="tx1"/>
                </a:solidFill>
                <a:effectLst/>
                <a:uLnTx/>
                <a:uFillTx/>
                <a:latin typeface="+mj-lt"/>
                <a:ea typeface="+mn-ea"/>
                <a:cs typeface="+mn-cs"/>
              </a:rPr>
              <a:t> is reading </a:t>
            </a:r>
            <a:r>
              <a:rPr kumimoji="0" lang="nl-NL" sz="1600" b="0" i="0" u="none" strike="noStrike" kern="1200" cap="none" spc="0" normalizeH="0" baseline="0" noProof="0" err="1">
                <a:ln>
                  <a:noFill/>
                </a:ln>
                <a:solidFill>
                  <a:schemeClr val="tx1"/>
                </a:solidFill>
                <a:effectLst/>
                <a:uLnTx/>
                <a:uFillTx/>
                <a:latin typeface="+mj-lt"/>
                <a:ea typeface="+mn-ea"/>
                <a:cs typeface="+mn-cs"/>
              </a:rPr>
              <a:t>your</a:t>
            </a:r>
            <a:r>
              <a:rPr kumimoji="0" lang="nl-NL" sz="1600" b="0" i="0" u="none" strike="noStrike" kern="1200" cap="none" spc="0" normalizeH="0" baseline="0" noProof="0">
                <a:ln>
                  <a:noFill/>
                </a:ln>
                <a:solidFill>
                  <a:schemeClr val="tx1"/>
                </a:solidFill>
                <a:effectLst/>
                <a:uLnTx/>
                <a:uFillTx/>
                <a:latin typeface="+mj-lt"/>
                <a:ea typeface="+mn-ea"/>
                <a:cs typeface="+mn-cs"/>
              </a:rPr>
              <a:t> slide, </a:t>
            </a:r>
            <a:r>
              <a:rPr kumimoji="0" lang="nl-NL" sz="1600" b="0" i="0" u="none" strike="noStrike" kern="1200" cap="none" spc="0" normalizeH="0" baseline="0" noProof="0" err="1">
                <a:ln>
                  <a:noFill/>
                </a:ln>
                <a:solidFill>
                  <a:schemeClr val="tx1"/>
                </a:solidFill>
                <a:effectLst/>
                <a:uLnTx/>
                <a:uFillTx/>
                <a:latin typeface="+mj-lt"/>
                <a:ea typeface="+mn-ea"/>
                <a:cs typeface="+mn-cs"/>
              </a:rPr>
              <a:t>they</a:t>
            </a:r>
            <a:r>
              <a:rPr kumimoji="0" lang="nl-NL" sz="1600" b="0" i="0" u="none" strike="noStrike" kern="1200" cap="none" spc="0" normalizeH="0" baseline="0" noProof="0">
                <a:ln>
                  <a:noFill/>
                </a:ln>
                <a:solidFill>
                  <a:schemeClr val="tx1"/>
                </a:solidFill>
                <a:effectLst/>
                <a:uLnTx/>
                <a:uFillTx/>
                <a:latin typeface="+mj-lt"/>
                <a:ea typeface="+mn-ea"/>
                <a:cs typeface="+mn-cs"/>
              </a:rPr>
              <a:t> stop </a:t>
            </a:r>
            <a:r>
              <a:rPr kumimoji="0" lang="nl-NL" sz="1600" b="0" i="0" u="none" strike="noStrike" kern="1200" cap="none" spc="0" normalizeH="0" baseline="0" noProof="0" err="1">
                <a:ln>
                  <a:noFill/>
                </a:ln>
                <a:solidFill>
                  <a:schemeClr val="tx1"/>
                </a:solidFill>
                <a:effectLst/>
                <a:uLnTx/>
                <a:uFillTx/>
                <a:latin typeface="+mj-lt"/>
                <a:ea typeface="+mn-ea"/>
                <a:cs typeface="+mn-cs"/>
              </a:rPr>
              <a:t>listening</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to</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you</a:t>
            </a:r>
            <a:r>
              <a:rPr kumimoji="0" lang="nl-NL" sz="1600" b="0" i="0" u="none" strike="noStrike" kern="1200" cap="none" spc="0" normalizeH="0" baseline="0" noProof="0">
                <a:ln>
                  <a:noFill/>
                </a:ln>
                <a:solidFill>
                  <a:schemeClr val="tx1"/>
                </a:solidFill>
                <a:effectLst/>
                <a:uLnTx/>
                <a:uFillTx/>
                <a:latin typeface="+mj-lt"/>
                <a:ea typeface="+mn-ea"/>
                <a:cs typeface="+mn-cs"/>
              </a:rPr>
              <a:t>, </a:t>
            </a:r>
            <a:r>
              <a:rPr kumimoji="0" lang="nl-NL" sz="1600" b="0" i="0" u="none" strike="noStrike" kern="1200" cap="none" spc="0" normalizeH="0" baseline="0" noProof="0" err="1">
                <a:ln>
                  <a:noFill/>
                </a:ln>
                <a:solidFill>
                  <a:schemeClr val="tx1"/>
                </a:solidFill>
                <a:effectLst/>
                <a:uLnTx/>
                <a:uFillTx/>
                <a:latin typeface="+mj-lt"/>
                <a:ea typeface="+mn-ea"/>
                <a:cs typeface="+mn-cs"/>
              </a:rPr>
              <a:t>the</a:t>
            </a:r>
            <a:r>
              <a:rPr kumimoji="0" lang="nl-NL" sz="1600" b="0" i="0" u="none" strike="noStrike" kern="1200" cap="none" spc="0" normalizeH="0" baseline="0" noProof="0">
                <a:ln>
                  <a:noFill/>
                </a:ln>
                <a:solidFill>
                  <a:schemeClr val="tx1"/>
                </a:solidFill>
                <a:effectLst/>
                <a:uLnTx/>
                <a:uFillTx/>
                <a:latin typeface="+mj-lt"/>
                <a:ea typeface="+mn-ea"/>
                <a:cs typeface="+mn-cs"/>
              </a:rPr>
              <a:t> presenter.</a:t>
            </a:r>
            <a:endParaRPr kumimoji="0" lang="nl-NL" sz="1600" b="0" i="0" u="none" strike="noStrike" kern="0" cap="none" spc="0" normalizeH="0" baseline="0" noProof="0">
              <a:ln>
                <a:noFill/>
              </a:ln>
              <a:solidFill>
                <a:schemeClr val="tx1"/>
              </a:solidFill>
              <a:effectLst/>
              <a:uLnTx/>
              <a:uFillTx/>
              <a:latin typeface="+mj-lt"/>
              <a:ea typeface="+mn-ea"/>
              <a:cs typeface="Segoe UI Light" panose="020B0502040204020203"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nl-NL" sz="1600" b="1" i="0" u="none" strike="noStrike" kern="0" cap="none" spc="0" normalizeH="0" baseline="0" noProof="0" err="1">
                <a:ln>
                  <a:noFill/>
                </a:ln>
                <a:solidFill>
                  <a:schemeClr val="tx1"/>
                </a:solidFill>
                <a:effectLst/>
                <a:uLnTx/>
                <a:uFillTx/>
                <a:latin typeface="+mj-lt"/>
                <a:ea typeface="+mn-ea"/>
                <a:cs typeface="Segoe UI Light" panose="020B0502040204020203" pitchFamily="34" charset="0"/>
              </a:rPr>
              <a:t>If</a:t>
            </a:r>
            <a:r>
              <a:rPr kumimoji="0" lang="nl-NL" sz="1600" b="1" i="0" u="none" strike="noStrike" kern="0" cap="none" spc="0" normalizeH="0" baseline="0" noProof="0">
                <a:ln>
                  <a:noFill/>
                </a:ln>
                <a:solidFill>
                  <a:schemeClr val="tx1"/>
                </a:solidFill>
                <a:effectLst/>
                <a:uLnTx/>
                <a:uFillTx/>
                <a:latin typeface="+mj-lt"/>
                <a:ea typeface="+mn-ea"/>
                <a:cs typeface="Segoe UI Light" panose="020B0502040204020203" pitchFamily="34" charset="0"/>
              </a:rPr>
              <a:t> </a:t>
            </a:r>
            <a:r>
              <a:rPr kumimoji="0" lang="nl-NL" sz="1600" b="1" i="0" u="none" strike="noStrike" kern="0" cap="none" spc="0" normalizeH="0" baseline="0" noProof="0" err="1">
                <a:ln>
                  <a:noFill/>
                </a:ln>
                <a:solidFill>
                  <a:schemeClr val="tx1"/>
                </a:solidFill>
                <a:effectLst/>
                <a:uLnTx/>
                <a:uFillTx/>
                <a:latin typeface="+mj-lt"/>
                <a:ea typeface="+mn-ea"/>
                <a:cs typeface="Segoe UI Light" panose="020B0502040204020203" pitchFamily="34" charset="0"/>
              </a:rPr>
              <a:t>an</a:t>
            </a:r>
            <a:r>
              <a:rPr kumimoji="0" lang="nl-NL" sz="1600" b="1" i="0" u="none" strike="noStrike" kern="0" cap="none" spc="0" normalizeH="0" baseline="0" noProof="0">
                <a:ln>
                  <a:noFill/>
                </a:ln>
                <a:solidFill>
                  <a:schemeClr val="tx1"/>
                </a:solidFill>
                <a:effectLst/>
                <a:uLnTx/>
                <a:uFillTx/>
                <a:latin typeface="+mj-lt"/>
                <a:ea typeface="+mn-ea"/>
                <a:cs typeface="Segoe UI Light" panose="020B0502040204020203" pitchFamily="34" charset="0"/>
              </a:rPr>
              <a:t> </a:t>
            </a:r>
            <a:r>
              <a:rPr kumimoji="0" lang="nl-NL" sz="1600" b="1" i="0" u="none" strike="noStrike" kern="0" cap="none" spc="0" normalizeH="0" baseline="0" noProof="0" err="1">
                <a:ln>
                  <a:noFill/>
                </a:ln>
                <a:solidFill>
                  <a:schemeClr val="tx1"/>
                </a:solidFill>
                <a:effectLst/>
                <a:uLnTx/>
                <a:uFillTx/>
                <a:latin typeface="+mj-lt"/>
                <a:ea typeface="+mn-ea"/>
                <a:cs typeface="Segoe UI Light" panose="020B0502040204020203" pitchFamily="34" charset="0"/>
              </a:rPr>
              <a:t>idea</a:t>
            </a:r>
            <a:r>
              <a:rPr kumimoji="0" lang="nl-NL" sz="1600" b="1" i="0" u="none" strike="noStrike" kern="0" cap="none" spc="0" normalizeH="0" baseline="0" noProof="0">
                <a:ln>
                  <a:noFill/>
                </a:ln>
                <a:solidFill>
                  <a:schemeClr val="tx1"/>
                </a:solidFill>
                <a:effectLst/>
                <a:uLnTx/>
                <a:uFillTx/>
                <a:latin typeface="+mj-lt"/>
                <a:ea typeface="+mn-ea"/>
                <a:cs typeface="Segoe UI Light" panose="020B0502040204020203" pitchFamily="34" charset="0"/>
              </a:rPr>
              <a:t> </a:t>
            </a:r>
            <a:r>
              <a:rPr kumimoji="0" lang="nl-NL" sz="1600" b="1" i="0" u="none" strike="noStrike" kern="0" cap="none" spc="0" normalizeH="0" baseline="0" noProof="0" err="1">
                <a:ln>
                  <a:noFill/>
                </a:ln>
                <a:solidFill>
                  <a:schemeClr val="tx1"/>
                </a:solidFill>
                <a:effectLst/>
                <a:uLnTx/>
                <a:uFillTx/>
                <a:latin typeface="+mj-lt"/>
                <a:ea typeface="+mn-ea"/>
                <a:cs typeface="Segoe UI Light" panose="020B0502040204020203" pitchFamily="34" charset="0"/>
              </a:rPr>
              <a:t>can</a:t>
            </a:r>
            <a:r>
              <a:rPr kumimoji="0" lang="nl-NL" sz="1600" b="1" i="0" u="none" strike="noStrike" kern="0" cap="none" spc="0" normalizeH="0" baseline="0" noProof="0">
                <a:ln>
                  <a:noFill/>
                </a:ln>
                <a:solidFill>
                  <a:schemeClr val="tx1"/>
                </a:solidFill>
                <a:effectLst/>
                <a:uLnTx/>
                <a:uFillTx/>
                <a:latin typeface="+mj-lt"/>
                <a:ea typeface="+mn-ea"/>
                <a:cs typeface="Segoe UI Light" panose="020B0502040204020203" pitchFamily="34" charset="0"/>
              </a:rPr>
              <a:t> </a:t>
            </a:r>
            <a:r>
              <a:rPr kumimoji="0" lang="nl-NL" sz="1600" b="1" i="0" u="none" strike="noStrike" kern="0" cap="none" spc="0" normalizeH="0" baseline="0" noProof="0" err="1">
                <a:ln>
                  <a:noFill/>
                </a:ln>
                <a:solidFill>
                  <a:schemeClr val="tx1"/>
                </a:solidFill>
                <a:effectLst/>
                <a:uLnTx/>
                <a:uFillTx/>
                <a:latin typeface="+mj-lt"/>
                <a:ea typeface="+mn-ea"/>
                <a:cs typeface="Segoe UI Light" panose="020B0502040204020203" pitchFamily="34" charset="0"/>
              </a:rPr>
              <a:t>be</a:t>
            </a:r>
            <a:r>
              <a:rPr kumimoji="0" lang="nl-NL" sz="1600" b="1" i="0" u="none" strike="noStrike" kern="0" cap="none" spc="0" normalizeH="0" baseline="0" noProof="0">
                <a:ln>
                  <a:noFill/>
                </a:ln>
                <a:solidFill>
                  <a:schemeClr val="tx1"/>
                </a:solidFill>
                <a:effectLst/>
                <a:uLnTx/>
                <a:uFillTx/>
                <a:latin typeface="+mj-lt"/>
                <a:ea typeface="+mn-ea"/>
                <a:cs typeface="Segoe UI Light" panose="020B0502040204020203" pitchFamily="34" charset="0"/>
              </a:rPr>
              <a:t> </a:t>
            </a:r>
            <a:r>
              <a:rPr kumimoji="0" lang="nl-NL" sz="1600" b="1" i="0" u="none" strike="noStrike" kern="0" cap="none" spc="0" normalizeH="0" baseline="0" noProof="0" err="1">
                <a:ln>
                  <a:noFill/>
                </a:ln>
                <a:solidFill>
                  <a:schemeClr val="tx1"/>
                </a:solidFill>
                <a:effectLst/>
                <a:uLnTx/>
                <a:uFillTx/>
                <a:latin typeface="+mj-lt"/>
                <a:ea typeface="+mn-ea"/>
                <a:cs typeface="Segoe UI Light" panose="020B0502040204020203" pitchFamily="34" charset="0"/>
              </a:rPr>
              <a:t>visualised</a:t>
            </a:r>
            <a:r>
              <a:rPr kumimoji="0" lang="nl-NL" sz="1600" b="1" i="0" u="none" strike="noStrike" kern="0" cap="none" spc="0" normalizeH="0" baseline="0" noProof="0">
                <a:ln>
                  <a:noFill/>
                </a:ln>
                <a:solidFill>
                  <a:schemeClr val="tx1"/>
                </a:solidFill>
                <a:effectLst/>
                <a:uLnTx/>
                <a:uFillTx/>
                <a:latin typeface="+mj-lt"/>
                <a:ea typeface="+mn-ea"/>
                <a:cs typeface="Segoe UI Light" panose="020B0502040204020203" pitchFamily="34" charset="0"/>
              </a:rPr>
              <a:t>, </a:t>
            </a:r>
            <a:r>
              <a:rPr kumimoji="0" lang="nl-NL" sz="1600" b="1" i="0" u="none" strike="noStrike" kern="0" cap="none" spc="0" normalizeH="0" baseline="0" noProof="0" err="1">
                <a:ln>
                  <a:noFill/>
                </a:ln>
                <a:solidFill>
                  <a:schemeClr val="tx1"/>
                </a:solidFill>
                <a:effectLst/>
                <a:uLnTx/>
                <a:uFillTx/>
                <a:latin typeface="+mj-lt"/>
                <a:ea typeface="+mn-ea"/>
                <a:cs typeface="Segoe UI Light" panose="020B0502040204020203" pitchFamily="34" charset="0"/>
              </a:rPr>
              <a:t>please</a:t>
            </a:r>
            <a:r>
              <a:rPr kumimoji="0" lang="nl-NL" sz="1600" b="1" i="0" u="none" strike="noStrike" kern="0" cap="none" spc="0" normalizeH="0" baseline="0" noProof="0">
                <a:ln>
                  <a:noFill/>
                </a:ln>
                <a:solidFill>
                  <a:schemeClr val="tx1"/>
                </a:solidFill>
                <a:effectLst/>
                <a:uLnTx/>
                <a:uFillTx/>
                <a:latin typeface="+mj-lt"/>
                <a:ea typeface="+mn-ea"/>
                <a:cs typeface="Segoe UI Light" panose="020B0502040204020203" pitchFamily="34" charset="0"/>
              </a:rPr>
              <a:t> do!</a:t>
            </a:r>
          </a:p>
        </p:txBody>
      </p:sp>
      <p:cxnSp>
        <p:nvCxnSpPr>
          <p:cNvPr id="14" name="Rechte verbindingslijn 13">
            <a:extLst>
              <a:ext uri="{FF2B5EF4-FFF2-40B4-BE49-F238E27FC236}">
                <a16:creationId xmlns:a16="http://schemas.microsoft.com/office/drawing/2014/main" id="{72C0A020-3B13-561F-2991-E048E0C9F233}"/>
              </a:ext>
            </a:extLst>
          </p:cNvPr>
          <p:cNvCxnSpPr>
            <a:cxnSpLocks/>
          </p:cNvCxnSpPr>
          <p:nvPr userDrawn="1"/>
        </p:nvCxnSpPr>
        <p:spPr>
          <a:xfrm>
            <a:off x="835697" y="1211830"/>
            <a:ext cx="4608063" cy="0"/>
          </a:xfrm>
          <a:prstGeom prst="line">
            <a:avLst/>
          </a:prstGeom>
          <a:noFill/>
          <a:ln w="9525" cap="flat" cmpd="sng" algn="ctr">
            <a:solidFill>
              <a:schemeClr val="accent1"/>
            </a:solidFill>
            <a:prstDash val="solid"/>
          </a:ln>
          <a:effectLst/>
        </p:spPr>
      </p:cxnSp>
    </p:spTree>
    <p:extLst>
      <p:ext uri="{BB962C8B-B14F-4D97-AF65-F5344CB8AC3E}">
        <p14:creationId xmlns:p14="http://schemas.microsoft.com/office/powerpoint/2010/main" val="413521535"/>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B9ADE533-A9EB-0332-F740-E7FA025278D8}"/>
              </a:ext>
            </a:extLst>
          </p:cNvPr>
          <p:cNvSpPr>
            <a:spLocks noGrp="1"/>
          </p:cNvSpPr>
          <p:nvPr>
            <p:ph type="title"/>
          </p:nvPr>
        </p:nvSpPr>
        <p:spPr>
          <a:xfrm>
            <a:off x="895425" y="728445"/>
            <a:ext cx="10401150" cy="646331"/>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A32B460F-BC4E-5AFB-D2BB-FA2417F663BF}"/>
              </a:ext>
            </a:extLst>
          </p:cNvPr>
          <p:cNvSpPr>
            <a:spLocks noGrp="1"/>
          </p:cNvSpPr>
          <p:nvPr>
            <p:ph type="body" idx="1"/>
          </p:nvPr>
        </p:nvSpPr>
        <p:spPr>
          <a:xfrm>
            <a:off x="874713" y="1825625"/>
            <a:ext cx="10406062"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voettekst 4">
            <a:extLst>
              <a:ext uri="{FF2B5EF4-FFF2-40B4-BE49-F238E27FC236}">
                <a16:creationId xmlns:a16="http://schemas.microsoft.com/office/drawing/2014/main" id="{A6723431-218D-4ADA-98AD-FA2632CB96C6}"/>
              </a:ext>
            </a:extLst>
          </p:cNvPr>
          <p:cNvSpPr>
            <a:spLocks noGrp="1"/>
          </p:cNvSpPr>
          <p:nvPr>
            <p:ph type="ftr" sz="quarter" idx="3"/>
          </p:nvPr>
        </p:nvSpPr>
        <p:spPr>
          <a:xfrm>
            <a:off x="874713" y="6356350"/>
            <a:ext cx="7278687"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257AA00F-73C0-21F1-4FA6-692B1D72DF77}"/>
              </a:ext>
            </a:extLst>
          </p:cNvPr>
          <p:cNvSpPr>
            <a:spLocks noGrp="1"/>
          </p:cNvSpPr>
          <p:nvPr>
            <p:ph type="sldNum" sz="quarter" idx="4"/>
          </p:nvPr>
        </p:nvSpPr>
        <p:spPr>
          <a:xfrm>
            <a:off x="10005645" y="6356350"/>
            <a:ext cx="127512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F0F8F7-32FC-4374-ABF8-A7E9888C7A79}" type="slidenum">
              <a:rPr lang="nl-NL" smtClean="0"/>
              <a:t>‹#›</a:t>
            </a:fld>
            <a:endParaRPr lang="nl-NL"/>
          </a:p>
        </p:txBody>
      </p:sp>
    </p:spTree>
    <p:extLst>
      <p:ext uri="{BB962C8B-B14F-4D97-AF65-F5344CB8AC3E}">
        <p14:creationId xmlns:p14="http://schemas.microsoft.com/office/powerpoint/2010/main" val="150317841"/>
      </p:ext>
    </p:extLst>
  </p:cSld>
  <p:clrMap bg1="lt1" tx1="dk1" bg2="lt2" tx2="dk2" accent1="accent1" accent2="accent2" accent3="accent3" accent4="accent4" accent5="accent5" accent6="accent6" hlink="hlink" folHlink="folHlink"/>
  <p:sldLayoutIdLst>
    <p:sldLayoutId id="2147483685" r:id="rId1"/>
    <p:sldLayoutId id="2147483666" r:id="rId2"/>
    <p:sldLayoutId id="2147483665" r:id="rId3"/>
    <p:sldLayoutId id="2147483686" r:id="rId4"/>
    <p:sldLayoutId id="2147483726" r:id="rId5"/>
    <p:sldLayoutId id="2147483691" r:id="rId6"/>
    <p:sldLayoutId id="2147483667" r:id="rId7"/>
    <p:sldLayoutId id="2147483681" r:id="rId8"/>
    <p:sldLayoutId id="2147483720" r:id="rId9"/>
    <p:sldLayoutId id="2147483688" r:id="rId10"/>
    <p:sldLayoutId id="2147483682" r:id="rId11"/>
    <p:sldLayoutId id="2147483683" r:id="rId12"/>
    <p:sldLayoutId id="2147483721" r:id="rId13"/>
    <p:sldLayoutId id="2147483722" r:id="rId14"/>
    <p:sldLayoutId id="2147483727" r:id="rId15"/>
    <p:sldLayoutId id="2147483728" r:id="rId16"/>
    <p:sldLayoutId id="2147483729" r:id="rId17"/>
    <p:sldLayoutId id="2147483730" r:id="rId18"/>
    <p:sldLayoutId id="2147483669" r:id="rId19"/>
    <p:sldLayoutId id="2147483671" r:id="rId20"/>
    <p:sldLayoutId id="2147483724" r:id="rId21"/>
    <p:sldLayoutId id="2147483725" r:id="rId22"/>
    <p:sldLayoutId id="2147483731" r:id="rId23"/>
    <p:sldLayoutId id="2147483732" r:id="rId24"/>
    <p:sldLayoutId id="2147483684" r:id="rId25"/>
    <p:sldLayoutId id="2147483670" r:id="rId26"/>
    <p:sldLayoutId id="2147483677" r:id="rId27"/>
    <p:sldLayoutId id="2147483676" r:id="rId28"/>
    <p:sldLayoutId id="2147483673" r:id="rId29"/>
    <p:sldLayoutId id="2147483678" r:id="rId30"/>
    <p:sldLayoutId id="2147483675" r:id="rId31"/>
    <p:sldLayoutId id="2147483672" r:id="rId32"/>
    <p:sldLayoutId id="2147483687" r:id="rId33"/>
    <p:sldLayoutId id="2147483690" r:id="rId34"/>
    <p:sldLayoutId id="2147483689" r:id="rId35"/>
    <p:sldLayoutId id="2147483718" r:id="rId36"/>
    <p:sldLayoutId id="2147483719" r:id="rId37"/>
  </p:sldLayoutIdLst>
  <p:hf hdr="0" ftr="0" dt="0"/>
  <p:txStyles>
    <p:titleStyle>
      <a:lvl1pPr algn="l" defTabSz="914400" rtl="0" eaLnBrk="1" latinLnBrk="0" hangingPunct="1">
        <a:lnSpc>
          <a:spcPct val="90000"/>
        </a:lnSpc>
        <a:spcBef>
          <a:spcPct val="0"/>
        </a:spcBef>
        <a:buNone/>
        <a:defRPr sz="3600" b="1" i="0" kern="1200" cap="all" baseline="0">
          <a:solidFill>
            <a:schemeClr val="tx2"/>
          </a:solidFill>
          <a:latin typeface="Rubik" pitchFamily="2" charset="-79"/>
          <a:ea typeface="+mj-ea"/>
          <a:cs typeface="Rubik"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2"/>
          </a:solidFill>
          <a:latin typeface="Rubik" pitchFamily="2" charset="-79"/>
          <a:ea typeface="+mn-ea"/>
          <a:cs typeface="Rubik"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2"/>
          </a:solidFill>
          <a:latin typeface="Rubik" pitchFamily="2" charset="-79"/>
          <a:ea typeface="+mn-ea"/>
          <a:cs typeface="Rubik"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2"/>
          </a:solidFill>
          <a:latin typeface="Rubik" pitchFamily="2" charset="-79"/>
          <a:ea typeface="+mn-ea"/>
          <a:cs typeface="Rubik"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Rubik" pitchFamily="2" charset="-79"/>
          <a:ea typeface="+mn-ea"/>
          <a:cs typeface="Rubik"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Rubik" pitchFamily="2" charset="-79"/>
          <a:ea typeface="+mn-ea"/>
          <a:cs typeface="Rubik"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551" userDrawn="1">
          <p15:clr>
            <a:srgbClr val="F26B43"/>
          </p15:clr>
        </p15:guide>
        <p15:guide id="3" pos="710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A25A747D-5AFC-455A-D5D9-1BADC52E38AB}"/>
              </a:ext>
            </a:extLst>
          </p:cNvPr>
          <p:cNvSpPr>
            <a:spLocks noGrp="1"/>
          </p:cNvSpPr>
          <p:nvPr>
            <p:ph type="title"/>
          </p:nvPr>
        </p:nvSpPr>
        <p:spPr/>
        <p:txBody>
          <a:bodyPr/>
          <a:lstStyle/>
          <a:p>
            <a:r>
              <a:rPr lang="en-US"/>
              <a:t>Start of Row implementation</a:t>
            </a:r>
            <a:endParaRPr lang="en-BE"/>
          </a:p>
        </p:txBody>
      </p:sp>
      <p:sp>
        <p:nvSpPr>
          <p:cNvPr id="12" name="Tijdelijke aanduiding voor tekst 11">
            <a:extLst>
              <a:ext uri="{FF2B5EF4-FFF2-40B4-BE49-F238E27FC236}">
                <a16:creationId xmlns:a16="http://schemas.microsoft.com/office/drawing/2014/main" id="{BF882221-7629-8B4D-1595-AFE4919733D0}"/>
              </a:ext>
            </a:extLst>
          </p:cNvPr>
          <p:cNvSpPr>
            <a:spLocks noGrp="1"/>
          </p:cNvSpPr>
          <p:nvPr>
            <p:ph type="body" sz="quarter" idx="32"/>
          </p:nvPr>
        </p:nvSpPr>
        <p:spPr/>
        <p:txBody>
          <a:bodyPr/>
          <a:lstStyle/>
          <a:p>
            <a:r>
              <a:rPr lang="en-US" err="1"/>
              <a:t>Pernav</a:t>
            </a:r>
            <a:endParaRPr lang="en-BE"/>
          </a:p>
        </p:txBody>
      </p:sp>
      <p:sp>
        <p:nvSpPr>
          <p:cNvPr id="13" name="Tijdelijke aanduiding voor tekst 12">
            <a:extLst>
              <a:ext uri="{FF2B5EF4-FFF2-40B4-BE49-F238E27FC236}">
                <a16:creationId xmlns:a16="http://schemas.microsoft.com/office/drawing/2014/main" id="{76752F6D-81A0-3AEF-A9BC-25828BF99F2E}"/>
              </a:ext>
            </a:extLst>
          </p:cNvPr>
          <p:cNvSpPr>
            <a:spLocks noGrp="1"/>
          </p:cNvSpPr>
          <p:nvPr>
            <p:ph type="body" sz="quarter" idx="33"/>
          </p:nvPr>
        </p:nvSpPr>
        <p:spPr/>
        <p:txBody>
          <a:bodyPr/>
          <a:lstStyle/>
          <a:p>
            <a:r>
              <a:rPr lang="en-US"/>
              <a:t>Edward</a:t>
            </a:r>
          </a:p>
          <a:p>
            <a:r>
              <a:rPr lang="en-US"/>
              <a:t>22</a:t>
            </a:r>
            <a:r>
              <a:rPr lang="en-US" baseline="30000"/>
              <a:t>nd</a:t>
            </a:r>
            <a:r>
              <a:rPr lang="en-US"/>
              <a:t> of October 2026</a:t>
            </a:r>
            <a:endParaRPr lang="en-BE"/>
          </a:p>
        </p:txBody>
      </p:sp>
      <p:pic>
        <p:nvPicPr>
          <p:cNvPr id="5" name="Picture Placeholder 4">
            <a:extLst>
              <a:ext uri="{FF2B5EF4-FFF2-40B4-BE49-F238E27FC236}">
                <a16:creationId xmlns:a16="http://schemas.microsoft.com/office/drawing/2014/main" id="{D30173FC-0AE8-609E-22DA-50D56916CFB5}"/>
              </a:ext>
            </a:extLst>
          </p:cNvPr>
          <p:cNvPicPr>
            <a:picLocks noGrp="1" noChangeAspect="1"/>
          </p:cNvPicPr>
          <p:nvPr>
            <p:ph type="pic" sz="quarter" idx="16"/>
          </p:nvPr>
        </p:nvPicPr>
        <p:blipFill>
          <a:blip r:embed="rId2"/>
          <a:srcRect l="9169" r="9169"/>
          <a:stretch/>
        </p:blipFill>
        <p:spPr>
          <a:custGeom>
            <a:avLst/>
            <a:gdLst>
              <a:gd name="connsiteX0" fmla="*/ 2234121 w 4472829"/>
              <a:gd name="connsiteY0" fmla="*/ 0 h 4511843"/>
              <a:gd name="connsiteX1" fmla="*/ 3529741 w 4472829"/>
              <a:gd name="connsiteY1" fmla="*/ 225643 h 4511843"/>
              <a:gd name="connsiteX2" fmla="*/ 4462933 w 4472829"/>
              <a:gd name="connsiteY2" fmla="*/ 1995220 h 4511843"/>
              <a:gd name="connsiteX3" fmla="*/ 3966447 w 4472829"/>
              <a:gd name="connsiteY3" fmla="*/ 3964183 h 4511843"/>
              <a:gd name="connsiteX4" fmla="*/ 2263057 w 4472829"/>
              <a:gd name="connsiteY4" fmla="*/ 4510990 h 4511843"/>
              <a:gd name="connsiteX5" fmla="*/ 2205694 w 4472829"/>
              <a:gd name="connsiteY5" fmla="*/ 4510990 h 4511843"/>
              <a:gd name="connsiteX6" fmla="*/ 502813 w 4472829"/>
              <a:gd name="connsiteY6" fmla="*/ 3960396 h 4511843"/>
              <a:gd name="connsiteX7" fmla="*/ 13132 w 4472829"/>
              <a:gd name="connsiteY7" fmla="*/ 1938793 h 4511843"/>
              <a:gd name="connsiteX8" fmla="*/ 984926 w 4472829"/>
              <a:gd name="connsiteY8" fmla="*/ 207925 h 4511843"/>
              <a:gd name="connsiteX9" fmla="*/ 2234121 w 4472829"/>
              <a:gd name="connsiteY9" fmla="*/ 0 h 45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2829" h="4511843">
                <a:moveTo>
                  <a:pt x="2234121" y="0"/>
                </a:moveTo>
                <a:cubicBezTo>
                  <a:pt x="2690606" y="0"/>
                  <a:pt x="3187410" y="75299"/>
                  <a:pt x="3529741" y="225643"/>
                </a:cubicBezTo>
                <a:cubicBezTo>
                  <a:pt x="4248364" y="516892"/>
                  <a:pt x="4433743" y="1346666"/>
                  <a:pt x="4462933" y="1995220"/>
                </a:cubicBezTo>
                <a:cubicBezTo>
                  <a:pt x="4516925" y="2897212"/>
                  <a:pt x="4349798" y="3559696"/>
                  <a:pt x="3966447" y="3964183"/>
                </a:cubicBezTo>
                <a:cubicBezTo>
                  <a:pt x="3610569" y="4339399"/>
                  <a:pt x="3038852" y="4526139"/>
                  <a:pt x="2263057" y="4510990"/>
                </a:cubicBezTo>
                <a:lnTo>
                  <a:pt x="2205694" y="4510990"/>
                </a:lnTo>
                <a:cubicBezTo>
                  <a:pt x="1430981" y="4526075"/>
                  <a:pt x="858436" y="4338436"/>
                  <a:pt x="502813" y="3960396"/>
                </a:cubicBezTo>
                <a:cubicBezTo>
                  <a:pt x="114820" y="3547628"/>
                  <a:pt x="-50018" y="2868902"/>
                  <a:pt x="13132" y="1938793"/>
                </a:cubicBezTo>
                <a:cubicBezTo>
                  <a:pt x="46328" y="1303206"/>
                  <a:pt x="240484" y="487619"/>
                  <a:pt x="984926" y="207925"/>
                </a:cubicBezTo>
                <a:cubicBezTo>
                  <a:pt x="1321725" y="69137"/>
                  <a:pt x="1777637" y="0"/>
                  <a:pt x="2234121" y="0"/>
                </a:cubicBezTo>
                <a:close/>
              </a:path>
            </a:pathLst>
          </a:custGeom>
        </p:spPr>
      </p:pic>
    </p:spTree>
    <p:extLst>
      <p:ext uri="{BB962C8B-B14F-4D97-AF65-F5344CB8AC3E}">
        <p14:creationId xmlns:p14="http://schemas.microsoft.com/office/powerpoint/2010/main" val="500697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2D209E-B462-E472-9C47-4EF6D9D61D41}"/>
              </a:ext>
            </a:extLst>
          </p:cNvPr>
          <p:cNvSpPr>
            <a:spLocks noGrp="1"/>
          </p:cNvSpPr>
          <p:nvPr>
            <p:ph type="body" sz="quarter" idx="10"/>
          </p:nvPr>
        </p:nvSpPr>
        <p:spPr/>
        <p:txBody>
          <a:bodyPr/>
          <a:lstStyle/>
          <a:p>
            <a:r>
              <a:rPr lang="en-US"/>
              <a:t>Gave the start of row algorithm a go</a:t>
            </a:r>
          </a:p>
          <a:p>
            <a:endParaRPr lang="en-US"/>
          </a:p>
          <a:p>
            <a:r>
              <a:rPr lang="en-US"/>
              <a:t>Developed in python</a:t>
            </a:r>
          </a:p>
          <a:p>
            <a:pPr lvl="1"/>
            <a:r>
              <a:rPr lang="en-US"/>
              <a:t>Not yet a ROS2 node</a:t>
            </a:r>
          </a:p>
          <a:p>
            <a:r>
              <a:rPr lang="en-US"/>
              <a:t>AI developed but step-by-step</a:t>
            </a:r>
            <a:endParaRPr lang="en-BE"/>
          </a:p>
        </p:txBody>
      </p:sp>
      <p:sp>
        <p:nvSpPr>
          <p:cNvPr id="3" name="Title 2">
            <a:extLst>
              <a:ext uri="{FF2B5EF4-FFF2-40B4-BE49-F238E27FC236}">
                <a16:creationId xmlns:a16="http://schemas.microsoft.com/office/drawing/2014/main" id="{95081D85-DE8A-FF09-8092-771CE47D7F1F}"/>
              </a:ext>
            </a:extLst>
          </p:cNvPr>
          <p:cNvSpPr>
            <a:spLocks noGrp="1"/>
          </p:cNvSpPr>
          <p:nvPr>
            <p:ph type="title"/>
          </p:nvPr>
        </p:nvSpPr>
        <p:spPr/>
        <p:txBody>
          <a:bodyPr/>
          <a:lstStyle/>
          <a:p>
            <a:r>
              <a:rPr lang="en-US"/>
              <a:t>intro</a:t>
            </a:r>
            <a:endParaRPr lang="en-BE"/>
          </a:p>
        </p:txBody>
      </p:sp>
      <p:sp>
        <p:nvSpPr>
          <p:cNvPr id="4" name="Slide Number Placeholder 3">
            <a:extLst>
              <a:ext uri="{FF2B5EF4-FFF2-40B4-BE49-F238E27FC236}">
                <a16:creationId xmlns:a16="http://schemas.microsoft.com/office/drawing/2014/main" id="{5864FD85-98D6-EA4D-682B-BFE475C3A00F}"/>
              </a:ext>
            </a:extLst>
          </p:cNvPr>
          <p:cNvSpPr>
            <a:spLocks noGrp="1"/>
          </p:cNvSpPr>
          <p:nvPr>
            <p:ph type="sldNum" sz="quarter" idx="27"/>
          </p:nvPr>
        </p:nvSpPr>
        <p:spPr/>
        <p:txBody>
          <a:bodyPr/>
          <a:lstStyle/>
          <a:p>
            <a:fld id="{AEF0F8F7-32FC-4374-ABF8-A7E9888C7A79}" type="slidenum">
              <a:rPr lang="nl-NL" smtClean="0"/>
              <a:pPr/>
              <a:t>2</a:t>
            </a:fld>
            <a:endParaRPr lang="nl-NL"/>
          </a:p>
        </p:txBody>
      </p:sp>
    </p:spTree>
    <p:extLst>
      <p:ext uri="{BB962C8B-B14F-4D97-AF65-F5344CB8AC3E}">
        <p14:creationId xmlns:p14="http://schemas.microsoft.com/office/powerpoint/2010/main" val="484345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5840EE-5B0C-9E6D-A2EB-0F64F3850962}"/>
              </a:ext>
            </a:extLst>
          </p:cNvPr>
          <p:cNvSpPr>
            <a:spLocks noGrp="1"/>
          </p:cNvSpPr>
          <p:nvPr>
            <p:ph type="body" sz="quarter" idx="10"/>
          </p:nvPr>
        </p:nvSpPr>
        <p:spPr>
          <a:xfrm>
            <a:off x="900001" y="1979720"/>
            <a:ext cx="4576568" cy="4209457"/>
          </a:xfrm>
        </p:spPr>
        <p:txBody>
          <a:bodyPr/>
          <a:lstStyle/>
          <a:p>
            <a:endParaRPr lang="en-BE"/>
          </a:p>
        </p:txBody>
      </p:sp>
      <p:sp>
        <p:nvSpPr>
          <p:cNvPr id="3" name="Title 2">
            <a:extLst>
              <a:ext uri="{FF2B5EF4-FFF2-40B4-BE49-F238E27FC236}">
                <a16:creationId xmlns:a16="http://schemas.microsoft.com/office/drawing/2014/main" id="{B745FFD8-00B9-82CA-E251-45E6DA34618A}"/>
              </a:ext>
            </a:extLst>
          </p:cNvPr>
          <p:cNvSpPr>
            <a:spLocks noGrp="1"/>
          </p:cNvSpPr>
          <p:nvPr>
            <p:ph type="title"/>
          </p:nvPr>
        </p:nvSpPr>
        <p:spPr/>
        <p:txBody>
          <a:bodyPr/>
          <a:lstStyle/>
          <a:p>
            <a:r>
              <a:rPr lang="en-US"/>
              <a:t>Processing steps</a:t>
            </a:r>
            <a:endParaRPr lang="en-BE"/>
          </a:p>
        </p:txBody>
      </p:sp>
      <p:sp>
        <p:nvSpPr>
          <p:cNvPr id="4" name="Slide Number Placeholder 3">
            <a:extLst>
              <a:ext uri="{FF2B5EF4-FFF2-40B4-BE49-F238E27FC236}">
                <a16:creationId xmlns:a16="http://schemas.microsoft.com/office/drawing/2014/main" id="{40DB9843-AF6C-305B-E2BB-93877DE3D149}"/>
              </a:ext>
            </a:extLst>
          </p:cNvPr>
          <p:cNvSpPr>
            <a:spLocks noGrp="1"/>
          </p:cNvSpPr>
          <p:nvPr>
            <p:ph type="sldNum" sz="quarter" idx="27"/>
          </p:nvPr>
        </p:nvSpPr>
        <p:spPr/>
        <p:txBody>
          <a:bodyPr/>
          <a:lstStyle/>
          <a:p>
            <a:fld id="{AEF0F8F7-32FC-4374-ABF8-A7E9888C7A79}" type="slidenum">
              <a:rPr lang="nl-NL" smtClean="0"/>
              <a:pPr/>
              <a:t>3</a:t>
            </a:fld>
            <a:endParaRPr lang="nl-NL"/>
          </a:p>
        </p:txBody>
      </p:sp>
      <p:graphicFrame>
        <p:nvGraphicFramePr>
          <p:cNvPr id="5" name="Object 4">
            <a:extLst>
              <a:ext uri="{FF2B5EF4-FFF2-40B4-BE49-F238E27FC236}">
                <a16:creationId xmlns:a16="http://schemas.microsoft.com/office/drawing/2014/main" id="{FF560711-7CD0-2E2E-7855-F15F38056E2B}"/>
              </a:ext>
            </a:extLst>
          </p:cNvPr>
          <p:cNvGraphicFramePr>
            <a:graphicFrameLocks noChangeAspect="1"/>
          </p:cNvGraphicFramePr>
          <p:nvPr>
            <p:extLst>
              <p:ext uri="{D42A27DB-BD31-4B8C-83A1-F6EECF244321}">
                <p14:modId xmlns:p14="http://schemas.microsoft.com/office/powerpoint/2010/main" val="1776073820"/>
              </p:ext>
            </p:extLst>
          </p:nvPr>
        </p:nvGraphicFramePr>
        <p:xfrm>
          <a:off x="5317036" y="0"/>
          <a:ext cx="6874964" cy="6874965"/>
        </p:xfrm>
        <a:graphic>
          <a:graphicData uri="http://schemas.openxmlformats.org/presentationml/2006/ole">
            <mc:AlternateContent xmlns:mc="http://schemas.openxmlformats.org/markup-compatibility/2006">
              <mc:Choice xmlns:v="urn:schemas-microsoft-com:vml" Requires="v">
                <p:oleObj name="Acrobat Document" r:id="rId2" imgW="22037040" imgH="22036993" progId="Acrobat.Document.DC">
                  <p:embed/>
                </p:oleObj>
              </mc:Choice>
              <mc:Fallback>
                <p:oleObj name="Acrobat Document" r:id="rId2" imgW="22037040" imgH="22036993" progId="Acrobat.Document.DC">
                  <p:embed/>
                  <p:pic>
                    <p:nvPicPr>
                      <p:cNvPr id="5" name="Object 4">
                        <a:extLst>
                          <a:ext uri="{FF2B5EF4-FFF2-40B4-BE49-F238E27FC236}">
                            <a16:creationId xmlns:a16="http://schemas.microsoft.com/office/drawing/2014/main" id="{FF560711-7CD0-2E2E-7855-F15F38056E2B}"/>
                          </a:ext>
                        </a:extLst>
                      </p:cNvPr>
                      <p:cNvPicPr/>
                      <p:nvPr/>
                    </p:nvPicPr>
                    <p:blipFill>
                      <a:blip r:embed="rId3"/>
                      <a:stretch>
                        <a:fillRect/>
                      </a:stretch>
                    </p:blipFill>
                    <p:spPr>
                      <a:xfrm>
                        <a:off x="5317036" y="0"/>
                        <a:ext cx="6874964" cy="6874965"/>
                      </a:xfrm>
                      <a:prstGeom prst="rect">
                        <a:avLst/>
                      </a:prstGeom>
                    </p:spPr>
                  </p:pic>
                </p:oleObj>
              </mc:Fallback>
            </mc:AlternateContent>
          </a:graphicData>
        </a:graphic>
      </p:graphicFrame>
    </p:spTree>
    <p:extLst>
      <p:ext uri="{BB962C8B-B14F-4D97-AF65-F5344CB8AC3E}">
        <p14:creationId xmlns:p14="http://schemas.microsoft.com/office/powerpoint/2010/main" val="3870287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6FAB3-BE76-84E7-AFBF-17848DD673DE}"/>
            </a:ext>
          </a:extLst>
        </p:cNvPr>
        <p:cNvGrpSpPr/>
        <p:nvPr/>
      </p:nvGrpSpPr>
      <p:grpSpPr>
        <a:xfrm>
          <a:off x="0" y="0"/>
          <a:ext cx="0" cy="0"/>
          <a:chOff x="0" y="0"/>
          <a:chExt cx="0" cy="0"/>
        </a:xfrm>
      </p:grpSpPr>
      <p:sp>
        <p:nvSpPr>
          <p:cNvPr id="13" name="Titel 12">
            <a:extLst>
              <a:ext uri="{FF2B5EF4-FFF2-40B4-BE49-F238E27FC236}">
                <a16:creationId xmlns:a16="http://schemas.microsoft.com/office/drawing/2014/main" id="{B770003E-A3E9-0D1C-90D9-29C007EF594C}"/>
              </a:ext>
            </a:extLst>
          </p:cNvPr>
          <p:cNvSpPr>
            <a:spLocks noGrp="1"/>
          </p:cNvSpPr>
          <p:nvPr>
            <p:ph type="title"/>
          </p:nvPr>
        </p:nvSpPr>
        <p:spPr>
          <a:xfrm>
            <a:off x="478119" y="690762"/>
            <a:ext cx="3209961" cy="951493"/>
          </a:xfrm>
        </p:spPr>
        <p:txBody>
          <a:bodyPr>
            <a:normAutofit/>
          </a:bodyPr>
          <a:lstStyle/>
          <a:p>
            <a:r>
              <a:rPr lang="en-US"/>
              <a:t>Stitch PCL’s</a:t>
            </a:r>
            <a:endParaRPr lang="en-BE"/>
          </a:p>
        </p:txBody>
      </p:sp>
      <p:sp>
        <p:nvSpPr>
          <p:cNvPr id="2" name="Slide Number Placeholder 1">
            <a:extLst>
              <a:ext uri="{FF2B5EF4-FFF2-40B4-BE49-F238E27FC236}">
                <a16:creationId xmlns:a16="http://schemas.microsoft.com/office/drawing/2014/main" id="{7F298FC9-56FA-49A0-21B2-FF6445637290}"/>
              </a:ext>
            </a:extLst>
          </p:cNvPr>
          <p:cNvSpPr>
            <a:spLocks noGrp="1"/>
          </p:cNvSpPr>
          <p:nvPr>
            <p:ph type="sldNum" sz="quarter" idx="27"/>
          </p:nvPr>
        </p:nvSpPr>
        <p:spPr>
          <a:xfrm>
            <a:off x="11020070" y="6401635"/>
            <a:ext cx="982162" cy="365125"/>
          </a:xfrm>
        </p:spPr>
        <p:txBody>
          <a:bodyPr/>
          <a:lstStyle/>
          <a:p>
            <a:fld id="{AEF0F8F7-32FC-4374-ABF8-A7E9888C7A79}" type="slidenum">
              <a:rPr lang="nl-NL" smtClean="0"/>
              <a:pPr/>
              <a:t>4</a:t>
            </a:fld>
            <a:endParaRPr lang="nl-NL"/>
          </a:p>
        </p:txBody>
      </p:sp>
      <p:sp>
        <p:nvSpPr>
          <p:cNvPr id="16" name="Text Placeholder 1">
            <a:extLst>
              <a:ext uri="{FF2B5EF4-FFF2-40B4-BE49-F238E27FC236}">
                <a16:creationId xmlns:a16="http://schemas.microsoft.com/office/drawing/2014/main" id="{8A98DDB0-D436-BD8C-A2BF-41EC94312C86}"/>
              </a:ext>
            </a:extLst>
          </p:cNvPr>
          <p:cNvSpPr>
            <a:spLocks noGrp="1"/>
          </p:cNvSpPr>
          <p:nvPr>
            <p:ph type="body" sz="quarter" idx="10"/>
          </p:nvPr>
        </p:nvSpPr>
        <p:spPr>
          <a:xfrm>
            <a:off x="900000" y="1979720"/>
            <a:ext cx="2788080" cy="4209457"/>
          </a:xfrm>
        </p:spPr>
        <p:txBody>
          <a:bodyPr/>
          <a:lstStyle/>
          <a:p>
            <a:r>
              <a:rPr lang="en-US"/>
              <a:t>Single PCL</a:t>
            </a:r>
          </a:p>
          <a:p>
            <a:r>
              <a:rPr lang="en-US" err="1"/>
              <a:t>Septentrio</a:t>
            </a:r>
            <a:r>
              <a:rPr lang="en-US"/>
              <a:t> </a:t>
            </a:r>
            <a:r>
              <a:rPr lang="en-US" err="1"/>
              <a:t>rearAxle</a:t>
            </a:r>
            <a:endParaRPr lang="en-US"/>
          </a:p>
          <a:p>
            <a:r>
              <a:rPr lang="en-US" err="1"/>
              <a:t>EoR</a:t>
            </a:r>
            <a:r>
              <a:rPr lang="en-US"/>
              <a:t> from Joram</a:t>
            </a:r>
          </a:p>
          <a:p>
            <a:endParaRPr lang="en-US"/>
          </a:p>
          <a:p>
            <a:r>
              <a:rPr lang="en-US" sz="1800"/>
              <a:t>Note: </a:t>
            </a:r>
            <a:r>
              <a:rPr lang="en-US" sz="1800" err="1"/>
              <a:t>pcl</a:t>
            </a:r>
            <a:r>
              <a:rPr lang="en-US" sz="1800"/>
              <a:t> colors are due to segmentation explained a few slides into the future</a:t>
            </a:r>
            <a:endParaRPr lang="en-BE" sz="1800"/>
          </a:p>
        </p:txBody>
      </p:sp>
      <p:grpSp>
        <p:nvGrpSpPr>
          <p:cNvPr id="21" name="Group 20">
            <a:extLst>
              <a:ext uri="{FF2B5EF4-FFF2-40B4-BE49-F238E27FC236}">
                <a16:creationId xmlns:a16="http://schemas.microsoft.com/office/drawing/2014/main" id="{493715A0-656A-C30E-F45C-79A1D1583260}"/>
              </a:ext>
            </a:extLst>
          </p:cNvPr>
          <p:cNvGrpSpPr/>
          <p:nvPr/>
        </p:nvGrpSpPr>
        <p:grpSpPr>
          <a:xfrm>
            <a:off x="3864429" y="0"/>
            <a:ext cx="8327571" cy="6858000"/>
            <a:chOff x="3864429" y="0"/>
            <a:chExt cx="8327571" cy="6858000"/>
          </a:xfrm>
        </p:grpSpPr>
        <p:pic>
          <p:nvPicPr>
            <p:cNvPr id="19" name="Picture 18">
              <a:extLst>
                <a:ext uri="{FF2B5EF4-FFF2-40B4-BE49-F238E27FC236}">
                  <a16:creationId xmlns:a16="http://schemas.microsoft.com/office/drawing/2014/main" id="{EE7661FB-8B5B-8402-A70F-41D611E8962F}"/>
                </a:ext>
              </a:extLst>
            </p:cNvPr>
            <p:cNvPicPr>
              <a:picLocks noChangeAspect="1"/>
            </p:cNvPicPr>
            <p:nvPr/>
          </p:nvPicPr>
          <p:blipFill>
            <a:blip r:embed="rId2"/>
            <a:stretch>
              <a:fillRect/>
            </a:stretch>
          </p:blipFill>
          <p:spPr>
            <a:xfrm>
              <a:off x="3864429" y="0"/>
              <a:ext cx="8327571" cy="6858000"/>
            </a:xfrm>
            <a:prstGeom prst="rect">
              <a:avLst/>
            </a:prstGeom>
          </p:spPr>
        </p:pic>
        <p:sp>
          <p:nvSpPr>
            <p:cNvPr id="20" name="Rectangle 19">
              <a:extLst>
                <a:ext uri="{FF2B5EF4-FFF2-40B4-BE49-F238E27FC236}">
                  <a16:creationId xmlns:a16="http://schemas.microsoft.com/office/drawing/2014/main" id="{F8996212-2889-3438-69F2-60406DAEEE7B}"/>
                </a:ext>
              </a:extLst>
            </p:cNvPr>
            <p:cNvSpPr/>
            <p:nvPr/>
          </p:nvSpPr>
          <p:spPr>
            <a:xfrm rot="20963994">
              <a:off x="6185187" y="2416414"/>
              <a:ext cx="1702700" cy="189017"/>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Tree>
    <p:extLst>
      <p:ext uri="{BB962C8B-B14F-4D97-AF65-F5344CB8AC3E}">
        <p14:creationId xmlns:p14="http://schemas.microsoft.com/office/powerpoint/2010/main" val="2035214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04C86-3FCF-7A3C-1528-79639BC386D9}"/>
            </a:ext>
          </a:extLst>
        </p:cNvPr>
        <p:cNvGrpSpPr/>
        <p:nvPr/>
      </p:nvGrpSpPr>
      <p:grpSpPr>
        <a:xfrm>
          <a:off x="0" y="0"/>
          <a:ext cx="0" cy="0"/>
          <a:chOff x="0" y="0"/>
          <a:chExt cx="0" cy="0"/>
        </a:xfrm>
      </p:grpSpPr>
      <p:sp>
        <p:nvSpPr>
          <p:cNvPr id="13" name="Titel 12">
            <a:extLst>
              <a:ext uri="{FF2B5EF4-FFF2-40B4-BE49-F238E27FC236}">
                <a16:creationId xmlns:a16="http://schemas.microsoft.com/office/drawing/2014/main" id="{57772F4E-1513-4213-0262-511BEAF7ECD0}"/>
              </a:ext>
            </a:extLst>
          </p:cNvPr>
          <p:cNvSpPr>
            <a:spLocks noGrp="1"/>
          </p:cNvSpPr>
          <p:nvPr>
            <p:ph type="title"/>
          </p:nvPr>
        </p:nvSpPr>
        <p:spPr>
          <a:xfrm>
            <a:off x="478119" y="690762"/>
            <a:ext cx="3209961" cy="951493"/>
          </a:xfrm>
        </p:spPr>
        <p:txBody>
          <a:bodyPr>
            <a:normAutofit/>
          </a:bodyPr>
          <a:lstStyle/>
          <a:p>
            <a:r>
              <a:rPr lang="en-US"/>
              <a:t>Stitch PCL’s</a:t>
            </a:r>
            <a:endParaRPr lang="en-BE"/>
          </a:p>
        </p:txBody>
      </p:sp>
      <p:sp>
        <p:nvSpPr>
          <p:cNvPr id="2" name="Slide Number Placeholder 1">
            <a:extLst>
              <a:ext uri="{FF2B5EF4-FFF2-40B4-BE49-F238E27FC236}">
                <a16:creationId xmlns:a16="http://schemas.microsoft.com/office/drawing/2014/main" id="{79DF17B1-E205-7C87-C100-3CF9661B5B41}"/>
              </a:ext>
            </a:extLst>
          </p:cNvPr>
          <p:cNvSpPr>
            <a:spLocks noGrp="1"/>
          </p:cNvSpPr>
          <p:nvPr>
            <p:ph type="sldNum" sz="quarter" idx="27"/>
          </p:nvPr>
        </p:nvSpPr>
        <p:spPr>
          <a:xfrm>
            <a:off x="11020070" y="6401635"/>
            <a:ext cx="982162" cy="365125"/>
          </a:xfrm>
        </p:spPr>
        <p:txBody>
          <a:bodyPr/>
          <a:lstStyle/>
          <a:p>
            <a:fld id="{AEF0F8F7-32FC-4374-ABF8-A7E9888C7A79}" type="slidenum">
              <a:rPr lang="nl-NL" smtClean="0"/>
              <a:pPr/>
              <a:t>5</a:t>
            </a:fld>
            <a:endParaRPr lang="nl-NL"/>
          </a:p>
        </p:txBody>
      </p:sp>
      <p:pic>
        <p:nvPicPr>
          <p:cNvPr id="12" name="Picture 11">
            <a:extLst>
              <a:ext uri="{FF2B5EF4-FFF2-40B4-BE49-F238E27FC236}">
                <a16:creationId xmlns:a16="http://schemas.microsoft.com/office/drawing/2014/main" id="{9846DD28-2F3A-8CF3-BC8B-C67438FD1155}"/>
              </a:ext>
            </a:extLst>
          </p:cNvPr>
          <p:cNvPicPr>
            <a:picLocks noChangeAspect="1"/>
          </p:cNvPicPr>
          <p:nvPr/>
        </p:nvPicPr>
        <p:blipFill>
          <a:blip r:embed="rId2"/>
          <a:stretch>
            <a:fillRect/>
          </a:stretch>
        </p:blipFill>
        <p:spPr>
          <a:xfrm>
            <a:off x="3864429" y="0"/>
            <a:ext cx="8327571" cy="6858000"/>
          </a:xfrm>
          <a:prstGeom prst="rect">
            <a:avLst/>
          </a:prstGeom>
        </p:spPr>
      </p:pic>
      <p:sp>
        <p:nvSpPr>
          <p:cNvPr id="16" name="Text Placeholder 1">
            <a:extLst>
              <a:ext uri="{FF2B5EF4-FFF2-40B4-BE49-F238E27FC236}">
                <a16:creationId xmlns:a16="http://schemas.microsoft.com/office/drawing/2014/main" id="{D73D25F6-E9FE-AFDC-BF51-F2C30F27F526}"/>
              </a:ext>
            </a:extLst>
          </p:cNvPr>
          <p:cNvSpPr>
            <a:spLocks noGrp="1"/>
          </p:cNvSpPr>
          <p:nvPr>
            <p:ph type="body" sz="quarter" idx="10"/>
          </p:nvPr>
        </p:nvSpPr>
        <p:spPr>
          <a:xfrm>
            <a:off x="900000" y="1979720"/>
            <a:ext cx="2788080" cy="4209457"/>
          </a:xfrm>
        </p:spPr>
        <p:txBody>
          <a:bodyPr/>
          <a:lstStyle/>
          <a:p>
            <a:r>
              <a:rPr lang="en-US"/>
              <a:t>2s window</a:t>
            </a:r>
          </a:p>
          <a:p>
            <a:endParaRPr lang="en-US"/>
          </a:p>
          <a:p>
            <a:r>
              <a:rPr lang="en-US"/>
              <a:t>Extrapolate </a:t>
            </a:r>
            <a:r>
              <a:rPr lang="en-US" err="1"/>
              <a:t>EoR</a:t>
            </a:r>
            <a:r>
              <a:rPr lang="en-US"/>
              <a:t> to previously unseen region</a:t>
            </a:r>
          </a:p>
          <a:p>
            <a:pPr lvl="1"/>
            <a:r>
              <a:rPr lang="en-US"/>
              <a:t>Limited to +10m</a:t>
            </a:r>
            <a:endParaRPr lang="en-BE"/>
          </a:p>
        </p:txBody>
      </p:sp>
      <p:sp>
        <p:nvSpPr>
          <p:cNvPr id="3" name="Arrow: Down 2">
            <a:extLst>
              <a:ext uri="{FF2B5EF4-FFF2-40B4-BE49-F238E27FC236}">
                <a16:creationId xmlns:a16="http://schemas.microsoft.com/office/drawing/2014/main" id="{3C094341-38D3-C8F8-382B-F528066F4A13}"/>
              </a:ext>
            </a:extLst>
          </p:cNvPr>
          <p:cNvSpPr/>
          <p:nvPr/>
        </p:nvSpPr>
        <p:spPr>
          <a:xfrm rot="4674657">
            <a:off x="6813755" y="1550226"/>
            <a:ext cx="353961" cy="14355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3236387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76DE7-436C-8105-9EF5-C214CFF7A7EA}"/>
            </a:ext>
          </a:extLst>
        </p:cNvPr>
        <p:cNvGrpSpPr/>
        <p:nvPr/>
      </p:nvGrpSpPr>
      <p:grpSpPr>
        <a:xfrm>
          <a:off x="0" y="0"/>
          <a:ext cx="0" cy="0"/>
          <a:chOff x="0" y="0"/>
          <a:chExt cx="0" cy="0"/>
        </a:xfrm>
      </p:grpSpPr>
      <p:sp>
        <p:nvSpPr>
          <p:cNvPr id="13" name="Titel 12">
            <a:extLst>
              <a:ext uri="{FF2B5EF4-FFF2-40B4-BE49-F238E27FC236}">
                <a16:creationId xmlns:a16="http://schemas.microsoft.com/office/drawing/2014/main" id="{6CF6ADB6-B551-C672-A199-3AEDB6241362}"/>
              </a:ext>
            </a:extLst>
          </p:cNvPr>
          <p:cNvSpPr>
            <a:spLocks noGrp="1"/>
          </p:cNvSpPr>
          <p:nvPr>
            <p:ph type="title"/>
          </p:nvPr>
        </p:nvSpPr>
        <p:spPr>
          <a:xfrm>
            <a:off x="478119" y="690762"/>
            <a:ext cx="3209961" cy="951493"/>
          </a:xfrm>
        </p:spPr>
        <p:txBody>
          <a:bodyPr>
            <a:normAutofit/>
          </a:bodyPr>
          <a:lstStyle/>
          <a:p>
            <a:r>
              <a:rPr lang="en-US"/>
              <a:t>Add LIDAR </a:t>
            </a:r>
            <a:r>
              <a:rPr lang="en-US" err="1"/>
              <a:t>FoV</a:t>
            </a:r>
            <a:endParaRPr lang="en-BE"/>
          </a:p>
        </p:txBody>
      </p:sp>
      <p:sp>
        <p:nvSpPr>
          <p:cNvPr id="2" name="Slide Number Placeholder 1">
            <a:extLst>
              <a:ext uri="{FF2B5EF4-FFF2-40B4-BE49-F238E27FC236}">
                <a16:creationId xmlns:a16="http://schemas.microsoft.com/office/drawing/2014/main" id="{D2CB8D02-3783-1CA8-AACB-B83FBCF5A597}"/>
              </a:ext>
            </a:extLst>
          </p:cNvPr>
          <p:cNvSpPr>
            <a:spLocks noGrp="1"/>
          </p:cNvSpPr>
          <p:nvPr>
            <p:ph type="sldNum" sz="quarter" idx="27"/>
          </p:nvPr>
        </p:nvSpPr>
        <p:spPr>
          <a:xfrm>
            <a:off x="11020070" y="6401635"/>
            <a:ext cx="982162" cy="365125"/>
          </a:xfrm>
        </p:spPr>
        <p:txBody>
          <a:bodyPr/>
          <a:lstStyle/>
          <a:p>
            <a:fld id="{AEF0F8F7-32FC-4374-ABF8-A7E9888C7A79}" type="slidenum">
              <a:rPr lang="nl-NL" smtClean="0"/>
              <a:pPr/>
              <a:t>6</a:t>
            </a:fld>
            <a:endParaRPr lang="nl-NL"/>
          </a:p>
        </p:txBody>
      </p:sp>
      <p:pic>
        <p:nvPicPr>
          <p:cNvPr id="4" name="Picture 3">
            <a:extLst>
              <a:ext uri="{FF2B5EF4-FFF2-40B4-BE49-F238E27FC236}">
                <a16:creationId xmlns:a16="http://schemas.microsoft.com/office/drawing/2014/main" id="{E3C0E44B-8DF7-C0D4-8F36-615E45957E2C}"/>
              </a:ext>
            </a:extLst>
          </p:cNvPr>
          <p:cNvPicPr>
            <a:picLocks noChangeAspect="1"/>
          </p:cNvPicPr>
          <p:nvPr/>
        </p:nvPicPr>
        <p:blipFill>
          <a:blip r:embed="rId2"/>
          <a:stretch>
            <a:fillRect/>
          </a:stretch>
        </p:blipFill>
        <p:spPr>
          <a:xfrm>
            <a:off x="3864429" y="0"/>
            <a:ext cx="8327571" cy="6858000"/>
          </a:xfrm>
          <a:prstGeom prst="rect">
            <a:avLst/>
          </a:prstGeom>
        </p:spPr>
      </p:pic>
    </p:spTree>
    <p:extLst>
      <p:ext uri="{BB962C8B-B14F-4D97-AF65-F5344CB8AC3E}">
        <p14:creationId xmlns:p14="http://schemas.microsoft.com/office/powerpoint/2010/main" val="1289750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28018-82A1-580F-1855-A583E2891EE6}"/>
            </a:ext>
          </a:extLst>
        </p:cNvPr>
        <p:cNvGrpSpPr/>
        <p:nvPr/>
      </p:nvGrpSpPr>
      <p:grpSpPr>
        <a:xfrm>
          <a:off x="0" y="0"/>
          <a:ext cx="0" cy="0"/>
          <a:chOff x="0" y="0"/>
          <a:chExt cx="0" cy="0"/>
        </a:xfrm>
      </p:grpSpPr>
      <p:sp>
        <p:nvSpPr>
          <p:cNvPr id="13" name="Titel 12">
            <a:extLst>
              <a:ext uri="{FF2B5EF4-FFF2-40B4-BE49-F238E27FC236}">
                <a16:creationId xmlns:a16="http://schemas.microsoft.com/office/drawing/2014/main" id="{C622DEB4-081C-4EA4-E269-25DC9B85ED39}"/>
              </a:ext>
            </a:extLst>
          </p:cNvPr>
          <p:cNvSpPr>
            <a:spLocks noGrp="1"/>
          </p:cNvSpPr>
          <p:nvPr>
            <p:ph type="title"/>
          </p:nvPr>
        </p:nvSpPr>
        <p:spPr>
          <a:xfrm>
            <a:off x="478119" y="690762"/>
            <a:ext cx="3209961" cy="951493"/>
          </a:xfrm>
        </p:spPr>
        <p:txBody>
          <a:bodyPr>
            <a:normAutofit/>
          </a:bodyPr>
          <a:lstStyle/>
          <a:p>
            <a:r>
              <a:rPr lang="en-US"/>
              <a:t>Segment </a:t>
            </a:r>
            <a:r>
              <a:rPr lang="en-US" err="1"/>
              <a:t>pcl</a:t>
            </a:r>
            <a:endParaRPr lang="en-BE"/>
          </a:p>
        </p:txBody>
      </p:sp>
      <p:sp>
        <p:nvSpPr>
          <p:cNvPr id="2" name="Slide Number Placeholder 1">
            <a:extLst>
              <a:ext uri="{FF2B5EF4-FFF2-40B4-BE49-F238E27FC236}">
                <a16:creationId xmlns:a16="http://schemas.microsoft.com/office/drawing/2014/main" id="{6A5A293B-83AA-4D73-6294-B14896004836}"/>
              </a:ext>
            </a:extLst>
          </p:cNvPr>
          <p:cNvSpPr>
            <a:spLocks noGrp="1"/>
          </p:cNvSpPr>
          <p:nvPr>
            <p:ph type="sldNum" sz="quarter" idx="27"/>
          </p:nvPr>
        </p:nvSpPr>
        <p:spPr>
          <a:xfrm>
            <a:off x="11020070" y="6401635"/>
            <a:ext cx="982162" cy="365125"/>
          </a:xfrm>
        </p:spPr>
        <p:txBody>
          <a:bodyPr/>
          <a:lstStyle/>
          <a:p>
            <a:fld id="{AEF0F8F7-32FC-4374-ABF8-A7E9888C7A79}" type="slidenum">
              <a:rPr lang="nl-NL" smtClean="0"/>
              <a:pPr/>
              <a:t>7</a:t>
            </a:fld>
            <a:endParaRPr lang="nl-NL"/>
          </a:p>
        </p:txBody>
      </p:sp>
      <p:pic>
        <p:nvPicPr>
          <p:cNvPr id="5" name="Picture 4">
            <a:extLst>
              <a:ext uri="{FF2B5EF4-FFF2-40B4-BE49-F238E27FC236}">
                <a16:creationId xmlns:a16="http://schemas.microsoft.com/office/drawing/2014/main" id="{54873E75-356C-2837-C50F-2A1AAD7E132C}"/>
              </a:ext>
            </a:extLst>
          </p:cNvPr>
          <p:cNvPicPr>
            <a:picLocks noChangeAspect="1"/>
          </p:cNvPicPr>
          <p:nvPr/>
        </p:nvPicPr>
        <p:blipFill>
          <a:blip r:embed="rId2"/>
          <a:stretch>
            <a:fillRect/>
          </a:stretch>
        </p:blipFill>
        <p:spPr>
          <a:xfrm>
            <a:off x="3864429" y="0"/>
            <a:ext cx="8327571" cy="6858000"/>
          </a:xfrm>
          <a:prstGeom prst="rect">
            <a:avLst/>
          </a:prstGeom>
        </p:spPr>
      </p:pic>
      <p:sp>
        <p:nvSpPr>
          <p:cNvPr id="6" name="Text Placeholder 1">
            <a:extLst>
              <a:ext uri="{FF2B5EF4-FFF2-40B4-BE49-F238E27FC236}">
                <a16:creationId xmlns:a16="http://schemas.microsoft.com/office/drawing/2014/main" id="{967700F6-D91F-01E1-89E1-DFCAC2A1D75A}"/>
              </a:ext>
            </a:extLst>
          </p:cNvPr>
          <p:cNvSpPr>
            <a:spLocks noGrp="1"/>
          </p:cNvSpPr>
          <p:nvPr>
            <p:ph type="body" sz="quarter" idx="10"/>
          </p:nvPr>
        </p:nvSpPr>
        <p:spPr>
          <a:xfrm>
            <a:off x="900000" y="1979720"/>
            <a:ext cx="2788080" cy="4209457"/>
          </a:xfrm>
        </p:spPr>
        <p:txBody>
          <a:bodyPr/>
          <a:lstStyle/>
          <a:p>
            <a:r>
              <a:rPr lang="en-US"/>
              <a:t>Uses </a:t>
            </a:r>
            <a:r>
              <a:rPr lang="en-US" err="1"/>
              <a:t>EoR</a:t>
            </a:r>
            <a:r>
              <a:rPr lang="en-US"/>
              <a:t> x and y axes</a:t>
            </a:r>
            <a:endParaRPr lang="en-BE"/>
          </a:p>
        </p:txBody>
      </p:sp>
    </p:spTree>
    <p:extLst>
      <p:ext uri="{BB962C8B-B14F-4D97-AF65-F5344CB8AC3E}">
        <p14:creationId xmlns:p14="http://schemas.microsoft.com/office/powerpoint/2010/main" val="1112556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C58E56-4755-7A98-B4B1-92049B740B3E}"/>
              </a:ext>
            </a:extLst>
          </p:cNvPr>
          <p:cNvSpPr>
            <a:spLocks noGrp="1"/>
          </p:cNvSpPr>
          <p:nvPr>
            <p:ph type="body" sz="quarter" idx="10"/>
          </p:nvPr>
        </p:nvSpPr>
        <p:spPr>
          <a:xfrm>
            <a:off x="900000" y="1979720"/>
            <a:ext cx="2964429" cy="4209457"/>
          </a:xfrm>
        </p:spPr>
        <p:txBody>
          <a:bodyPr/>
          <a:lstStyle/>
          <a:p>
            <a:r>
              <a:rPr lang="en-US"/>
              <a:t>One per segmented PCL</a:t>
            </a:r>
          </a:p>
          <a:p>
            <a:pPr lvl="1"/>
            <a:r>
              <a:rPr lang="en-US"/>
              <a:t>Retain 99% of points</a:t>
            </a:r>
            <a:endParaRPr lang="en-BE"/>
          </a:p>
        </p:txBody>
      </p:sp>
      <p:sp>
        <p:nvSpPr>
          <p:cNvPr id="3" name="Title 2">
            <a:extLst>
              <a:ext uri="{FF2B5EF4-FFF2-40B4-BE49-F238E27FC236}">
                <a16:creationId xmlns:a16="http://schemas.microsoft.com/office/drawing/2014/main" id="{F66675E4-C96D-7F5D-3682-FE59937CB315}"/>
              </a:ext>
            </a:extLst>
          </p:cNvPr>
          <p:cNvSpPr>
            <a:spLocks noGrp="1"/>
          </p:cNvSpPr>
          <p:nvPr>
            <p:ph type="title"/>
          </p:nvPr>
        </p:nvSpPr>
        <p:spPr/>
        <p:txBody>
          <a:bodyPr/>
          <a:lstStyle/>
          <a:p>
            <a:r>
              <a:rPr lang="en-US"/>
              <a:t>RANSAC</a:t>
            </a:r>
            <a:endParaRPr lang="en-BE"/>
          </a:p>
        </p:txBody>
      </p:sp>
      <p:sp>
        <p:nvSpPr>
          <p:cNvPr id="4" name="Slide Number Placeholder 3">
            <a:extLst>
              <a:ext uri="{FF2B5EF4-FFF2-40B4-BE49-F238E27FC236}">
                <a16:creationId xmlns:a16="http://schemas.microsoft.com/office/drawing/2014/main" id="{7040A8F7-8F25-4787-DA99-E4C4965C3567}"/>
              </a:ext>
            </a:extLst>
          </p:cNvPr>
          <p:cNvSpPr>
            <a:spLocks noGrp="1"/>
          </p:cNvSpPr>
          <p:nvPr>
            <p:ph type="sldNum" sz="quarter" idx="27"/>
          </p:nvPr>
        </p:nvSpPr>
        <p:spPr/>
        <p:txBody>
          <a:bodyPr/>
          <a:lstStyle/>
          <a:p>
            <a:fld id="{AEF0F8F7-32FC-4374-ABF8-A7E9888C7A79}" type="slidenum">
              <a:rPr lang="nl-NL" smtClean="0"/>
              <a:pPr/>
              <a:t>8</a:t>
            </a:fld>
            <a:endParaRPr lang="nl-NL"/>
          </a:p>
        </p:txBody>
      </p:sp>
      <p:pic>
        <p:nvPicPr>
          <p:cNvPr id="8" name="Picture 7">
            <a:extLst>
              <a:ext uri="{FF2B5EF4-FFF2-40B4-BE49-F238E27FC236}">
                <a16:creationId xmlns:a16="http://schemas.microsoft.com/office/drawing/2014/main" id="{F71E3CB2-91B9-7474-0A23-15CC8078EEC4}"/>
              </a:ext>
            </a:extLst>
          </p:cNvPr>
          <p:cNvPicPr>
            <a:picLocks noChangeAspect="1"/>
          </p:cNvPicPr>
          <p:nvPr/>
        </p:nvPicPr>
        <p:blipFill>
          <a:blip r:embed="rId2"/>
          <a:stretch>
            <a:fillRect/>
          </a:stretch>
        </p:blipFill>
        <p:spPr>
          <a:xfrm>
            <a:off x="3864429" y="0"/>
            <a:ext cx="8327571" cy="6858000"/>
          </a:xfrm>
          <a:prstGeom prst="rect">
            <a:avLst/>
          </a:prstGeom>
        </p:spPr>
      </p:pic>
    </p:spTree>
    <p:extLst>
      <p:ext uri="{BB962C8B-B14F-4D97-AF65-F5344CB8AC3E}">
        <p14:creationId xmlns:p14="http://schemas.microsoft.com/office/powerpoint/2010/main" val="1597419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5AF36-E956-A039-D502-9F6FF67D74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476446E-943A-6123-4D95-929DBAE21F90}"/>
              </a:ext>
            </a:extLst>
          </p:cNvPr>
          <p:cNvSpPr>
            <a:spLocks noGrp="1"/>
          </p:cNvSpPr>
          <p:nvPr>
            <p:ph type="body" sz="quarter" idx="10"/>
          </p:nvPr>
        </p:nvSpPr>
        <p:spPr>
          <a:xfrm>
            <a:off x="900000" y="1979720"/>
            <a:ext cx="2964429" cy="4209457"/>
          </a:xfrm>
        </p:spPr>
        <p:txBody>
          <a:bodyPr>
            <a:normAutofit/>
          </a:bodyPr>
          <a:lstStyle/>
          <a:p>
            <a:r>
              <a:rPr lang="en-US"/>
              <a:t>Common heading fit</a:t>
            </a:r>
          </a:p>
          <a:p>
            <a:pPr lvl="1"/>
            <a:r>
              <a:rPr lang="en-US"/>
              <a:t>Computes average heading</a:t>
            </a:r>
          </a:p>
          <a:p>
            <a:pPr lvl="1"/>
            <a:r>
              <a:rPr lang="en-US"/>
              <a:t>Weighted by no. of inliers in each </a:t>
            </a:r>
            <a:r>
              <a:rPr lang="en-US" err="1"/>
              <a:t>pcl</a:t>
            </a:r>
            <a:endParaRPr lang="en-BE"/>
          </a:p>
        </p:txBody>
      </p:sp>
      <p:sp>
        <p:nvSpPr>
          <p:cNvPr id="3" name="Title 2">
            <a:extLst>
              <a:ext uri="{FF2B5EF4-FFF2-40B4-BE49-F238E27FC236}">
                <a16:creationId xmlns:a16="http://schemas.microsoft.com/office/drawing/2014/main" id="{10027792-EB4A-4CF8-B5FF-4BC39070175F}"/>
              </a:ext>
            </a:extLst>
          </p:cNvPr>
          <p:cNvSpPr>
            <a:spLocks noGrp="1"/>
          </p:cNvSpPr>
          <p:nvPr>
            <p:ph type="title"/>
          </p:nvPr>
        </p:nvSpPr>
        <p:spPr/>
        <p:txBody>
          <a:bodyPr/>
          <a:lstStyle/>
          <a:p>
            <a:r>
              <a:rPr lang="en-US"/>
              <a:t>RANSAC</a:t>
            </a:r>
            <a:endParaRPr lang="en-BE"/>
          </a:p>
        </p:txBody>
      </p:sp>
      <p:sp>
        <p:nvSpPr>
          <p:cNvPr id="4" name="Slide Number Placeholder 3">
            <a:extLst>
              <a:ext uri="{FF2B5EF4-FFF2-40B4-BE49-F238E27FC236}">
                <a16:creationId xmlns:a16="http://schemas.microsoft.com/office/drawing/2014/main" id="{592B184F-3C1F-F116-4EBB-1BC3AB658526}"/>
              </a:ext>
            </a:extLst>
          </p:cNvPr>
          <p:cNvSpPr>
            <a:spLocks noGrp="1"/>
          </p:cNvSpPr>
          <p:nvPr>
            <p:ph type="sldNum" sz="quarter" idx="27"/>
          </p:nvPr>
        </p:nvSpPr>
        <p:spPr/>
        <p:txBody>
          <a:bodyPr/>
          <a:lstStyle/>
          <a:p>
            <a:fld id="{AEF0F8F7-32FC-4374-ABF8-A7E9888C7A79}" type="slidenum">
              <a:rPr lang="nl-NL" smtClean="0"/>
              <a:pPr/>
              <a:t>9</a:t>
            </a:fld>
            <a:endParaRPr lang="nl-NL"/>
          </a:p>
        </p:txBody>
      </p:sp>
      <p:pic>
        <p:nvPicPr>
          <p:cNvPr id="9" name="Picture 8">
            <a:extLst>
              <a:ext uri="{FF2B5EF4-FFF2-40B4-BE49-F238E27FC236}">
                <a16:creationId xmlns:a16="http://schemas.microsoft.com/office/drawing/2014/main" id="{A4EEE319-79DE-0079-ACF4-1E009AFD837F}"/>
              </a:ext>
            </a:extLst>
          </p:cNvPr>
          <p:cNvPicPr>
            <a:picLocks noChangeAspect="1"/>
          </p:cNvPicPr>
          <p:nvPr/>
        </p:nvPicPr>
        <p:blipFill>
          <a:blip r:embed="rId2"/>
          <a:stretch>
            <a:fillRect/>
          </a:stretch>
        </p:blipFill>
        <p:spPr>
          <a:xfrm>
            <a:off x="3864429" y="0"/>
            <a:ext cx="8327571" cy="6858000"/>
          </a:xfrm>
          <a:prstGeom prst="rect">
            <a:avLst/>
          </a:prstGeom>
        </p:spPr>
      </p:pic>
    </p:spTree>
    <p:extLst>
      <p:ext uri="{BB962C8B-B14F-4D97-AF65-F5344CB8AC3E}">
        <p14:creationId xmlns:p14="http://schemas.microsoft.com/office/powerpoint/2010/main" val="783559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EB09E-6C62-94DE-C9E9-11A637591F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A15B273-80F5-D89D-E7F9-38EC4DC79C77}"/>
              </a:ext>
            </a:extLst>
          </p:cNvPr>
          <p:cNvSpPr>
            <a:spLocks noGrp="1"/>
          </p:cNvSpPr>
          <p:nvPr>
            <p:ph type="body" sz="quarter" idx="10"/>
          </p:nvPr>
        </p:nvSpPr>
        <p:spPr>
          <a:xfrm>
            <a:off x="900000" y="1979720"/>
            <a:ext cx="2964429" cy="4209457"/>
          </a:xfrm>
        </p:spPr>
        <p:txBody>
          <a:bodyPr>
            <a:normAutofit fontScale="92500" lnSpcReduction="10000"/>
          </a:bodyPr>
          <a:lstStyle/>
          <a:p>
            <a:r>
              <a:rPr lang="en-US"/>
              <a:t>Find start of vines</a:t>
            </a:r>
          </a:p>
          <a:p>
            <a:pPr lvl="1"/>
            <a:r>
              <a:rPr lang="en-US"/>
              <a:t>Find first point along common heading</a:t>
            </a:r>
          </a:p>
          <a:p>
            <a:pPr lvl="1"/>
            <a:r>
              <a:rPr lang="en-US"/>
              <a:t>Remove if not in locally dense region</a:t>
            </a:r>
          </a:p>
          <a:p>
            <a:pPr lvl="2"/>
            <a:r>
              <a:rPr lang="en-US"/>
              <a:t>5 points in 0.25m radius</a:t>
            </a:r>
          </a:p>
          <a:p>
            <a:pPr lvl="1"/>
            <a:r>
              <a:rPr lang="en-US"/>
              <a:t>Remove if too close to LIDAR </a:t>
            </a:r>
            <a:r>
              <a:rPr lang="en-US" err="1"/>
              <a:t>FoV</a:t>
            </a:r>
            <a:r>
              <a:rPr lang="en-US"/>
              <a:t> boundary</a:t>
            </a:r>
            <a:endParaRPr lang="en-BE"/>
          </a:p>
        </p:txBody>
      </p:sp>
      <p:sp>
        <p:nvSpPr>
          <p:cNvPr id="3" name="Title 2">
            <a:extLst>
              <a:ext uri="{FF2B5EF4-FFF2-40B4-BE49-F238E27FC236}">
                <a16:creationId xmlns:a16="http://schemas.microsoft.com/office/drawing/2014/main" id="{BF9AA2B6-EEA5-CEFB-C086-8E4F87EFEBB2}"/>
              </a:ext>
            </a:extLst>
          </p:cNvPr>
          <p:cNvSpPr>
            <a:spLocks noGrp="1"/>
          </p:cNvSpPr>
          <p:nvPr>
            <p:ph type="title"/>
          </p:nvPr>
        </p:nvSpPr>
        <p:spPr/>
        <p:txBody>
          <a:bodyPr/>
          <a:lstStyle/>
          <a:p>
            <a:r>
              <a:rPr lang="en-US"/>
              <a:t>SoV</a:t>
            </a:r>
            <a:endParaRPr lang="en-BE"/>
          </a:p>
        </p:txBody>
      </p:sp>
      <p:sp>
        <p:nvSpPr>
          <p:cNvPr id="4" name="Slide Number Placeholder 3">
            <a:extLst>
              <a:ext uri="{FF2B5EF4-FFF2-40B4-BE49-F238E27FC236}">
                <a16:creationId xmlns:a16="http://schemas.microsoft.com/office/drawing/2014/main" id="{2DA3D4EC-68F2-CC23-7CDC-1A9BA86E719B}"/>
              </a:ext>
            </a:extLst>
          </p:cNvPr>
          <p:cNvSpPr>
            <a:spLocks noGrp="1"/>
          </p:cNvSpPr>
          <p:nvPr>
            <p:ph type="sldNum" sz="quarter" idx="27"/>
          </p:nvPr>
        </p:nvSpPr>
        <p:spPr/>
        <p:txBody>
          <a:bodyPr/>
          <a:lstStyle/>
          <a:p>
            <a:fld id="{AEF0F8F7-32FC-4374-ABF8-A7E9888C7A79}" type="slidenum">
              <a:rPr lang="nl-NL" smtClean="0"/>
              <a:pPr/>
              <a:t>10</a:t>
            </a:fld>
            <a:endParaRPr lang="nl-NL"/>
          </a:p>
        </p:txBody>
      </p:sp>
      <p:pic>
        <p:nvPicPr>
          <p:cNvPr id="8" name="Picture 7">
            <a:extLst>
              <a:ext uri="{FF2B5EF4-FFF2-40B4-BE49-F238E27FC236}">
                <a16:creationId xmlns:a16="http://schemas.microsoft.com/office/drawing/2014/main" id="{F80EBD6A-BD93-07E2-E875-CE6DAA3D35C7}"/>
              </a:ext>
            </a:extLst>
          </p:cNvPr>
          <p:cNvPicPr>
            <a:picLocks noChangeAspect="1"/>
          </p:cNvPicPr>
          <p:nvPr/>
        </p:nvPicPr>
        <p:blipFill>
          <a:blip r:embed="rId2"/>
          <a:stretch>
            <a:fillRect/>
          </a:stretch>
        </p:blipFill>
        <p:spPr>
          <a:xfrm>
            <a:off x="3864429" y="0"/>
            <a:ext cx="8327571" cy="6858000"/>
          </a:xfrm>
          <a:prstGeom prst="rect">
            <a:avLst/>
          </a:prstGeom>
        </p:spPr>
      </p:pic>
    </p:spTree>
    <p:extLst>
      <p:ext uri="{BB962C8B-B14F-4D97-AF65-F5344CB8AC3E}">
        <p14:creationId xmlns:p14="http://schemas.microsoft.com/office/powerpoint/2010/main" val="4207372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3F4CA-AC3F-DAF6-867C-AA5374DCAA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CB57226-26E4-649D-B3BA-D71BBED4AA8D}"/>
              </a:ext>
            </a:extLst>
          </p:cNvPr>
          <p:cNvSpPr>
            <a:spLocks noGrp="1"/>
          </p:cNvSpPr>
          <p:nvPr>
            <p:ph type="body" sz="quarter" idx="10"/>
          </p:nvPr>
        </p:nvSpPr>
        <p:spPr>
          <a:xfrm>
            <a:off x="900000" y="1979720"/>
            <a:ext cx="2964429" cy="4209457"/>
          </a:xfrm>
        </p:spPr>
        <p:txBody>
          <a:bodyPr>
            <a:normAutofit lnSpcReduction="10000"/>
          </a:bodyPr>
          <a:lstStyle/>
          <a:p>
            <a:r>
              <a:rPr lang="en-US"/>
              <a:t>(Nearly) LS between all SoV</a:t>
            </a:r>
          </a:p>
          <a:p>
            <a:pPr lvl="1"/>
            <a:r>
              <a:rPr lang="en-US"/>
              <a:t>Exclude 1 outlier IF NOT on headland side</a:t>
            </a:r>
          </a:p>
          <a:p>
            <a:pPr lvl="1"/>
            <a:endParaRPr lang="en-US"/>
          </a:p>
          <a:p>
            <a:r>
              <a:rPr lang="en-US"/>
              <a:t>OK like this, or can we think of something better?</a:t>
            </a:r>
            <a:endParaRPr lang="en-BE"/>
          </a:p>
        </p:txBody>
      </p:sp>
      <p:sp>
        <p:nvSpPr>
          <p:cNvPr id="3" name="Title 2">
            <a:extLst>
              <a:ext uri="{FF2B5EF4-FFF2-40B4-BE49-F238E27FC236}">
                <a16:creationId xmlns:a16="http://schemas.microsoft.com/office/drawing/2014/main" id="{3D9183D4-9BF8-AAC9-92E5-98E93DD551CA}"/>
              </a:ext>
            </a:extLst>
          </p:cNvPr>
          <p:cNvSpPr>
            <a:spLocks noGrp="1"/>
          </p:cNvSpPr>
          <p:nvPr>
            <p:ph type="title"/>
          </p:nvPr>
        </p:nvSpPr>
        <p:spPr/>
        <p:txBody>
          <a:bodyPr/>
          <a:lstStyle/>
          <a:p>
            <a:r>
              <a:rPr lang="en-US"/>
              <a:t>SoV Line</a:t>
            </a:r>
            <a:endParaRPr lang="en-BE"/>
          </a:p>
        </p:txBody>
      </p:sp>
      <p:sp>
        <p:nvSpPr>
          <p:cNvPr id="4" name="Slide Number Placeholder 3">
            <a:extLst>
              <a:ext uri="{FF2B5EF4-FFF2-40B4-BE49-F238E27FC236}">
                <a16:creationId xmlns:a16="http://schemas.microsoft.com/office/drawing/2014/main" id="{CFC4B3CB-7B3B-1ADD-0CA8-46FEE0973F29}"/>
              </a:ext>
            </a:extLst>
          </p:cNvPr>
          <p:cNvSpPr>
            <a:spLocks noGrp="1"/>
          </p:cNvSpPr>
          <p:nvPr>
            <p:ph type="sldNum" sz="quarter" idx="27"/>
          </p:nvPr>
        </p:nvSpPr>
        <p:spPr/>
        <p:txBody>
          <a:bodyPr/>
          <a:lstStyle/>
          <a:p>
            <a:fld id="{AEF0F8F7-32FC-4374-ABF8-A7E9888C7A79}" type="slidenum">
              <a:rPr lang="nl-NL" smtClean="0"/>
              <a:pPr/>
              <a:t>11</a:t>
            </a:fld>
            <a:endParaRPr lang="nl-NL"/>
          </a:p>
        </p:txBody>
      </p:sp>
      <p:pic>
        <p:nvPicPr>
          <p:cNvPr id="6" name="Picture 5">
            <a:extLst>
              <a:ext uri="{FF2B5EF4-FFF2-40B4-BE49-F238E27FC236}">
                <a16:creationId xmlns:a16="http://schemas.microsoft.com/office/drawing/2014/main" id="{9B09DCFD-C920-9001-8EF5-5D5176177074}"/>
              </a:ext>
            </a:extLst>
          </p:cNvPr>
          <p:cNvPicPr>
            <a:picLocks noChangeAspect="1"/>
          </p:cNvPicPr>
          <p:nvPr/>
        </p:nvPicPr>
        <p:blipFill>
          <a:blip r:embed="rId2"/>
          <a:stretch>
            <a:fillRect/>
          </a:stretch>
        </p:blipFill>
        <p:spPr>
          <a:xfrm>
            <a:off x="3864429" y="0"/>
            <a:ext cx="8327571" cy="6858000"/>
          </a:xfrm>
          <a:prstGeom prst="rect">
            <a:avLst/>
          </a:prstGeom>
        </p:spPr>
      </p:pic>
    </p:spTree>
    <p:extLst>
      <p:ext uri="{BB962C8B-B14F-4D97-AF65-F5344CB8AC3E}">
        <p14:creationId xmlns:p14="http://schemas.microsoft.com/office/powerpoint/2010/main" val="3488727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CE99F-3D63-4A11-2B83-6E846C9760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B516A79-9C50-CDD1-AA7E-BDFFCD3FA0CC}"/>
              </a:ext>
            </a:extLst>
          </p:cNvPr>
          <p:cNvSpPr>
            <a:spLocks noGrp="1"/>
          </p:cNvSpPr>
          <p:nvPr>
            <p:ph type="body" sz="quarter" idx="10"/>
          </p:nvPr>
        </p:nvSpPr>
        <p:spPr>
          <a:xfrm>
            <a:off x="900000" y="1979720"/>
            <a:ext cx="2964429" cy="4209457"/>
          </a:xfrm>
        </p:spPr>
        <p:txBody>
          <a:bodyPr>
            <a:normAutofit/>
          </a:bodyPr>
          <a:lstStyle/>
          <a:p>
            <a:r>
              <a:rPr lang="en-US"/>
              <a:t>Heading error</a:t>
            </a:r>
          </a:p>
          <a:p>
            <a:r>
              <a:rPr lang="en-US"/>
              <a:t>XY error</a:t>
            </a:r>
            <a:endParaRPr lang="en-BE"/>
          </a:p>
        </p:txBody>
      </p:sp>
      <p:sp>
        <p:nvSpPr>
          <p:cNvPr id="3" name="Title 2">
            <a:extLst>
              <a:ext uri="{FF2B5EF4-FFF2-40B4-BE49-F238E27FC236}">
                <a16:creationId xmlns:a16="http://schemas.microsoft.com/office/drawing/2014/main" id="{B7FCDB7A-4C39-292E-92B1-6500B6A5AADE}"/>
              </a:ext>
            </a:extLst>
          </p:cNvPr>
          <p:cNvSpPr>
            <a:spLocks noGrp="1"/>
          </p:cNvSpPr>
          <p:nvPr>
            <p:ph type="title"/>
          </p:nvPr>
        </p:nvSpPr>
        <p:spPr/>
        <p:txBody>
          <a:bodyPr/>
          <a:lstStyle/>
          <a:p>
            <a:r>
              <a:rPr lang="en-US"/>
              <a:t>metrics</a:t>
            </a:r>
            <a:endParaRPr lang="en-BE"/>
          </a:p>
        </p:txBody>
      </p:sp>
      <p:sp>
        <p:nvSpPr>
          <p:cNvPr id="4" name="Slide Number Placeholder 3">
            <a:extLst>
              <a:ext uri="{FF2B5EF4-FFF2-40B4-BE49-F238E27FC236}">
                <a16:creationId xmlns:a16="http://schemas.microsoft.com/office/drawing/2014/main" id="{2B5AFB4C-5ED8-23AA-4DF6-31EAB7A85DC6}"/>
              </a:ext>
            </a:extLst>
          </p:cNvPr>
          <p:cNvSpPr>
            <a:spLocks noGrp="1"/>
          </p:cNvSpPr>
          <p:nvPr>
            <p:ph type="sldNum" sz="quarter" idx="27"/>
          </p:nvPr>
        </p:nvSpPr>
        <p:spPr/>
        <p:txBody>
          <a:bodyPr/>
          <a:lstStyle/>
          <a:p>
            <a:fld id="{AEF0F8F7-32FC-4374-ABF8-A7E9888C7A79}" type="slidenum">
              <a:rPr lang="nl-NL" smtClean="0"/>
              <a:pPr/>
              <a:t>12</a:t>
            </a:fld>
            <a:endParaRPr lang="nl-NL"/>
          </a:p>
        </p:txBody>
      </p:sp>
      <p:pic>
        <p:nvPicPr>
          <p:cNvPr id="9" name="Picture 8">
            <a:extLst>
              <a:ext uri="{FF2B5EF4-FFF2-40B4-BE49-F238E27FC236}">
                <a16:creationId xmlns:a16="http://schemas.microsoft.com/office/drawing/2014/main" id="{7CEB2468-AA8C-13BB-9059-039718E76F8C}"/>
              </a:ext>
            </a:extLst>
          </p:cNvPr>
          <p:cNvPicPr>
            <a:picLocks noChangeAspect="1"/>
          </p:cNvPicPr>
          <p:nvPr/>
        </p:nvPicPr>
        <p:blipFill>
          <a:blip r:embed="rId2"/>
          <a:stretch>
            <a:fillRect/>
          </a:stretch>
        </p:blipFill>
        <p:spPr>
          <a:xfrm>
            <a:off x="3864429" y="0"/>
            <a:ext cx="8327571" cy="6858000"/>
          </a:xfrm>
          <a:prstGeom prst="rect">
            <a:avLst/>
          </a:prstGeom>
        </p:spPr>
      </p:pic>
    </p:spTree>
    <p:extLst>
      <p:ext uri="{BB962C8B-B14F-4D97-AF65-F5344CB8AC3E}">
        <p14:creationId xmlns:p14="http://schemas.microsoft.com/office/powerpoint/2010/main" val="1601293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13230C-172C-D1BF-67C1-06B99310CB50}"/>
              </a:ext>
            </a:extLst>
          </p:cNvPr>
          <p:cNvSpPr>
            <a:spLocks noGrp="1"/>
          </p:cNvSpPr>
          <p:nvPr>
            <p:ph type="body" sz="quarter" idx="10"/>
          </p:nvPr>
        </p:nvSpPr>
        <p:spPr>
          <a:xfrm>
            <a:off x="900000" y="4522804"/>
            <a:ext cx="10401300" cy="1666374"/>
          </a:xfrm>
        </p:spPr>
        <p:txBody>
          <a:bodyPr>
            <a:normAutofit/>
          </a:bodyPr>
          <a:lstStyle/>
          <a:p>
            <a:r>
              <a:rPr lang="en-US"/>
              <a:t>Tried to limit this</a:t>
            </a:r>
            <a:endParaRPr lang="en-BE"/>
          </a:p>
        </p:txBody>
      </p:sp>
      <p:sp>
        <p:nvSpPr>
          <p:cNvPr id="3" name="Title 2">
            <a:extLst>
              <a:ext uri="{FF2B5EF4-FFF2-40B4-BE49-F238E27FC236}">
                <a16:creationId xmlns:a16="http://schemas.microsoft.com/office/drawing/2014/main" id="{7A2F061F-5773-3E20-5ADD-FDFFE4087156}"/>
              </a:ext>
            </a:extLst>
          </p:cNvPr>
          <p:cNvSpPr>
            <a:spLocks noGrp="1"/>
          </p:cNvSpPr>
          <p:nvPr>
            <p:ph type="title"/>
          </p:nvPr>
        </p:nvSpPr>
        <p:spPr/>
        <p:txBody>
          <a:bodyPr/>
          <a:lstStyle/>
          <a:p>
            <a:r>
              <a:rPr lang="en-US"/>
              <a:t>parameters</a:t>
            </a:r>
            <a:endParaRPr lang="en-BE"/>
          </a:p>
        </p:txBody>
      </p:sp>
      <p:sp>
        <p:nvSpPr>
          <p:cNvPr id="4" name="Slide Number Placeholder 3">
            <a:extLst>
              <a:ext uri="{FF2B5EF4-FFF2-40B4-BE49-F238E27FC236}">
                <a16:creationId xmlns:a16="http://schemas.microsoft.com/office/drawing/2014/main" id="{1E7CD01C-A432-1861-FE3F-47E8B654BE87}"/>
              </a:ext>
            </a:extLst>
          </p:cNvPr>
          <p:cNvSpPr>
            <a:spLocks noGrp="1"/>
          </p:cNvSpPr>
          <p:nvPr>
            <p:ph type="sldNum" sz="quarter" idx="27"/>
          </p:nvPr>
        </p:nvSpPr>
        <p:spPr/>
        <p:txBody>
          <a:bodyPr/>
          <a:lstStyle/>
          <a:p>
            <a:fld id="{AEF0F8F7-32FC-4374-ABF8-A7E9888C7A79}" type="slidenum">
              <a:rPr lang="nl-NL" smtClean="0"/>
              <a:pPr/>
              <a:t>13</a:t>
            </a:fld>
            <a:endParaRPr lang="nl-NL"/>
          </a:p>
        </p:txBody>
      </p:sp>
      <p:grpSp>
        <p:nvGrpSpPr>
          <p:cNvPr id="9" name="Group 8">
            <a:extLst>
              <a:ext uri="{FF2B5EF4-FFF2-40B4-BE49-F238E27FC236}">
                <a16:creationId xmlns:a16="http://schemas.microsoft.com/office/drawing/2014/main" id="{3A9ECFF9-7F63-3555-D692-353CC15C0763}"/>
              </a:ext>
            </a:extLst>
          </p:cNvPr>
          <p:cNvGrpSpPr/>
          <p:nvPr/>
        </p:nvGrpSpPr>
        <p:grpSpPr>
          <a:xfrm>
            <a:off x="890700" y="1979720"/>
            <a:ext cx="9691569" cy="1902968"/>
            <a:chOff x="2163096" y="2171648"/>
            <a:chExt cx="9691569" cy="1902968"/>
          </a:xfrm>
        </p:grpSpPr>
        <p:pic>
          <p:nvPicPr>
            <p:cNvPr id="6" name="Picture 5">
              <a:extLst>
                <a:ext uri="{FF2B5EF4-FFF2-40B4-BE49-F238E27FC236}">
                  <a16:creationId xmlns:a16="http://schemas.microsoft.com/office/drawing/2014/main" id="{02CEA3E6-327E-90FB-5D47-E9ADB005074B}"/>
                </a:ext>
              </a:extLst>
            </p:cNvPr>
            <p:cNvPicPr>
              <a:picLocks noChangeAspect="1"/>
            </p:cNvPicPr>
            <p:nvPr/>
          </p:nvPicPr>
          <p:blipFill>
            <a:blip r:embed="rId2"/>
            <a:srcRect t="1660" b="68887"/>
            <a:stretch>
              <a:fillRect/>
            </a:stretch>
          </p:blipFill>
          <p:spPr>
            <a:xfrm>
              <a:off x="2163096" y="2171648"/>
              <a:ext cx="9691569" cy="951494"/>
            </a:xfrm>
            <a:prstGeom prst="rect">
              <a:avLst/>
            </a:prstGeom>
          </p:spPr>
        </p:pic>
        <p:pic>
          <p:nvPicPr>
            <p:cNvPr id="8" name="Picture 7">
              <a:extLst>
                <a:ext uri="{FF2B5EF4-FFF2-40B4-BE49-F238E27FC236}">
                  <a16:creationId xmlns:a16="http://schemas.microsoft.com/office/drawing/2014/main" id="{11A70903-DBA8-9843-490D-0C04EE9A53D7}"/>
                </a:ext>
              </a:extLst>
            </p:cNvPr>
            <p:cNvPicPr>
              <a:picLocks noChangeAspect="1"/>
            </p:cNvPicPr>
            <p:nvPr/>
          </p:nvPicPr>
          <p:blipFill>
            <a:blip r:embed="rId2"/>
            <a:srcRect t="48418" b="-1"/>
            <a:stretch>
              <a:fillRect/>
            </a:stretch>
          </p:blipFill>
          <p:spPr>
            <a:xfrm>
              <a:off x="2163096" y="2408242"/>
              <a:ext cx="9691569" cy="1666374"/>
            </a:xfrm>
            <a:prstGeom prst="rect">
              <a:avLst/>
            </a:prstGeom>
          </p:spPr>
        </p:pic>
      </p:grpSp>
    </p:spTree>
    <p:extLst>
      <p:ext uri="{BB962C8B-B14F-4D97-AF65-F5344CB8AC3E}">
        <p14:creationId xmlns:p14="http://schemas.microsoft.com/office/powerpoint/2010/main" val="631184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4304B1E-9CC8-9CEF-5F65-81F59328DC6D}"/>
              </a:ext>
            </a:extLst>
          </p:cNvPr>
          <p:cNvSpPr>
            <a:spLocks noGrp="1"/>
          </p:cNvSpPr>
          <p:nvPr>
            <p:ph type="body" sz="quarter" idx="10"/>
          </p:nvPr>
        </p:nvSpPr>
        <p:spPr>
          <a:xfrm>
            <a:off x="900000" y="1979720"/>
            <a:ext cx="2836258" cy="4209457"/>
          </a:xfrm>
        </p:spPr>
        <p:txBody>
          <a:bodyPr>
            <a:normAutofit/>
          </a:bodyPr>
          <a:lstStyle/>
          <a:p>
            <a:r>
              <a:rPr lang="en-US" sz="1800"/>
              <a:t>Last Linden </a:t>
            </a:r>
            <a:r>
              <a:rPr lang="en-US" sz="1800" err="1"/>
              <a:t>fieldtest</a:t>
            </a:r>
            <a:endParaRPr lang="en-US" sz="1800"/>
          </a:p>
          <a:p>
            <a:endParaRPr lang="en-US" sz="1800"/>
          </a:p>
          <a:p>
            <a:r>
              <a:rPr lang="en-US" sz="1800"/>
              <a:t>Compute time per </a:t>
            </a:r>
            <a:r>
              <a:rPr lang="en-US" sz="1800" err="1"/>
              <a:t>pcl</a:t>
            </a:r>
            <a:r>
              <a:rPr lang="en-US" sz="1800"/>
              <a:t>: [0.01 .. 2.6]s</a:t>
            </a:r>
          </a:p>
          <a:p>
            <a:pPr lvl="1"/>
            <a:r>
              <a:rPr lang="en-US" sz="1600"/>
              <a:t>Linked to no. of PCL points</a:t>
            </a:r>
          </a:p>
          <a:p>
            <a:pPr lvl="1"/>
            <a:r>
              <a:rPr lang="en-US" sz="1600"/>
              <a:t>Approx. linear with window</a:t>
            </a:r>
            <a:endParaRPr lang="en-BE" sz="1600"/>
          </a:p>
        </p:txBody>
      </p:sp>
      <p:sp>
        <p:nvSpPr>
          <p:cNvPr id="3" name="Title 2">
            <a:extLst>
              <a:ext uri="{FF2B5EF4-FFF2-40B4-BE49-F238E27FC236}">
                <a16:creationId xmlns:a16="http://schemas.microsoft.com/office/drawing/2014/main" id="{ED3D3A6C-8516-08C4-7764-4B1067E83DB2}"/>
              </a:ext>
            </a:extLst>
          </p:cNvPr>
          <p:cNvSpPr>
            <a:spLocks noGrp="1"/>
          </p:cNvSpPr>
          <p:nvPr>
            <p:ph type="title"/>
          </p:nvPr>
        </p:nvSpPr>
        <p:spPr/>
        <p:txBody>
          <a:bodyPr/>
          <a:lstStyle/>
          <a:p>
            <a:r>
              <a:rPr lang="en-US"/>
              <a:t>validation</a:t>
            </a:r>
            <a:endParaRPr lang="en-BE"/>
          </a:p>
        </p:txBody>
      </p:sp>
      <p:sp>
        <p:nvSpPr>
          <p:cNvPr id="4" name="Slide Number Placeholder 3">
            <a:extLst>
              <a:ext uri="{FF2B5EF4-FFF2-40B4-BE49-F238E27FC236}">
                <a16:creationId xmlns:a16="http://schemas.microsoft.com/office/drawing/2014/main" id="{248B752B-013B-C7BE-9766-B83709688F09}"/>
              </a:ext>
            </a:extLst>
          </p:cNvPr>
          <p:cNvSpPr>
            <a:spLocks noGrp="1"/>
          </p:cNvSpPr>
          <p:nvPr>
            <p:ph type="sldNum" sz="quarter" idx="27"/>
          </p:nvPr>
        </p:nvSpPr>
        <p:spPr/>
        <p:txBody>
          <a:bodyPr/>
          <a:lstStyle/>
          <a:p>
            <a:fld id="{AEF0F8F7-32FC-4374-ABF8-A7E9888C7A79}" type="slidenum">
              <a:rPr lang="nl-NL" smtClean="0"/>
              <a:pPr/>
              <a:t>14</a:t>
            </a:fld>
            <a:endParaRPr lang="nl-NL"/>
          </a:p>
        </p:txBody>
      </p:sp>
      <p:pic>
        <p:nvPicPr>
          <p:cNvPr id="5" name="results_video">
            <a:hlinkClick r:id="" action="ppaction://media"/>
            <a:extLst>
              <a:ext uri="{FF2B5EF4-FFF2-40B4-BE49-F238E27FC236}">
                <a16:creationId xmlns:a16="http://schemas.microsoft.com/office/drawing/2014/main" id="{4EB14B42-1723-0A35-DAFC-AD754EC34097}"/>
              </a:ext>
            </a:extLst>
          </p:cNvPr>
          <p:cNvPicPr>
            <a:picLocks noChangeAspect="1"/>
          </p:cNvPicPr>
          <p:nvPr>
            <a:videoFile r:link="rId1"/>
            <p:extLst>
              <p:ext uri="{DAA4B4D4-6D71-4841-9C94-3DE7FCFB9230}">
                <p14:media xmlns:p14="http://schemas.microsoft.com/office/powerpoint/2010/main" r:embed="rId2">
                  <p14:trim end="16846"/>
                </p14:media>
              </p:ext>
            </p:extLst>
          </p:nvPr>
        </p:nvPicPr>
        <p:blipFill>
          <a:blip r:embed="rId4"/>
          <a:srcRect l="11506" t="3871" r="5229" b="4086"/>
          <a:stretch>
            <a:fillRect/>
          </a:stretch>
        </p:blipFill>
        <p:spPr>
          <a:xfrm>
            <a:off x="3903406" y="-13730"/>
            <a:ext cx="8288594" cy="6871730"/>
          </a:xfrm>
          <a:prstGeom prst="rect">
            <a:avLst/>
          </a:prstGeom>
        </p:spPr>
      </p:pic>
    </p:spTree>
    <p:extLst>
      <p:ext uri="{BB962C8B-B14F-4D97-AF65-F5344CB8AC3E}">
        <p14:creationId xmlns:p14="http://schemas.microsoft.com/office/powerpoint/2010/main" val="3946484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15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4851AD-AC09-95A9-DFEE-F8C2A5A2044C}"/>
              </a:ext>
            </a:extLst>
          </p:cNvPr>
          <p:cNvSpPr>
            <a:spLocks noGrp="1"/>
          </p:cNvSpPr>
          <p:nvPr>
            <p:ph type="body" sz="quarter" idx="10"/>
          </p:nvPr>
        </p:nvSpPr>
        <p:spPr>
          <a:xfrm>
            <a:off x="900000" y="1979720"/>
            <a:ext cx="2964429" cy="4209457"/>
          </a:xfrm>
        </p:spPr>
        <p:txBody>
          <a:bodyPr>
            <a:normAutofit fontScale="85000" lnSpcReduction="20000"/>
          </a:bodyPr>
          <a:lstStyle/>
          <a:p>
            <a:r>
              <a:rPr lang="en-US" sz="2400"/>
              <a:t>SoV line fitting improvement?</a:t>
            </a:r>
          </a:p>
          <a:p>
            <a:r>
              <a:rPr lang="en-US" sz="2400"/>
              <a:t>Speed-up:</a:t>
            </a:r>
          </a:p>
          <a:p>
            <a:pPr lvl="1"/>
            <a:r>
              <a:rPr lang="en-US" sz="2000"/>
              <a:t>Remove unnecessary computations</a:t>
            </a:r>
          </a:p>
          <a:p>
            <a:pPr lvl="1"/>
            <a:r>
              <a:rPr lang="en-US" sz="2000"/>
              <a:t>Optimize RANSAC parameters</a:t>
            </a:r>
          </a:p>
          <a:p>
            <a:pPr lvl="1"/>
            <a:r>
              <a:rPr lang="en-US" sz="2000" err="1"/>
              <a:t>RoI</a:t>
            </a:r>
            <a:r>
              <a:rPr lang="en-US" sz="2000"/>
              <a:t> selection </a:t>
            </a:r>
            <a:r>
              <a:rPr lang="en-US" sz="2000">
                <a:sym typeface="Wingdings" panose="05000000000000000000" pitchFamily="2" charset="2"/>
              </a:rPr>
              <a:t></a:t>
            </a:r>
          </a:p>
          <a:p>
            <a:pPr lvl="1"/>
            <a:r>
              <a:rPr lang="en-US" sz="2000" err="1">
                <a:sym typeface="Wingdings" panose="05000000000000000000" pitchFamily="2" charset="2"/>
              </a:rPr>
              <a:t>Downsampling</a:t>
            </a:r>
            <a:r>
              <a:rPr lang="en-US" sz="2000">
                <a:sym typeface="Wingdings" panose="05000000000000000000" pitchFamily="2" charset="2"/>
              </a:rPr>
              <a:t> based on local density? </a:t>
            </a:r>
          </a:p>
          <a:p>
            <a:r>
              <a:rPr lang="en-US" sz="2400">
                <a:sym typeface="Wingdings" panose="05000000000000000000" pitchFamily="2" charset="2"/>
              </a:rPr>
              <a:t>Track </a:t>
            </a:r>
            <a:r>
              <a:rPr lang="en-US" sz="2400" err="1">
                <a:sym typeface="Wingdings" panose="05000000000000000000" pitchFamily="2" charset="2"/>
              </a:rPr>
              <a:t>SoR</a:t>
            </a:r>
            <a:r>
              <a:rPr lang="en-US" sz="2400">
                <a:sym typeface="Wingdings" panose="05000000000000000000" pitchFamily="2" charset="2"/>
              </a:rPr>
              <a:t> over time?</a:t>
            </a:r>
          </a:p>
          <a:p>
            <a:endParaRPr lang="en-US" sz="2400">
              <a:sym typeface="Wingdings" panose="05000000000000000000" pitchFamily="2" charset="2"/>
            </a:endParaRPr>
          </a:p>
          <a:p>
            <a:r>
              <a:rPr lang="en-US" sz="2400">
                <a:sym typeface="Wingdings" panose="05000000000000000000" pitchFamily="2" charset="2"/>
              </a:rPr>
              <a:t>Make node</a:t>
            </a:r>
          </a:p>
          <a:p>
            <a:r>
              <a:rPr lang="en-US" sz="2400">
                <a:sym typeface="Wingdings" panose="05000000000000000000" pitchFamily="2" charset="2"/>
              </a:rPr>
              <a:t>Test on Jetson</a:t>
            </a:r>
            <a:endParaRPr lang="en-BE" sz="2400"/>
          </a:p>
        </p:txBody>
      </p:sp>
      <p:sp>
        <p:nvSpPr>
          <p:cNvPr id="3" name="Title 2">
            <a:extLst>
              <a:ext uri="{FF2B5EF4-FFF2-40B4-BE49-F238E27FC236}">
                <a16:creationId xmlns:a16="http://schemas.microsoft.com/office/drawing/2014/main" id="{CFE69456-3F49-1944-AFFF-3274A5AA92F8}"/>
              </a:ext>
            </a:extLst>
          </p:cNvPr>
          <p:cNvSpPr>
            <a:spLocks noGrp="1"/>
          </p:cNvSpPr>
          <p:nvPr>
            <p:ph type="title"/>
          </p:nvPr>
        </p:nvSpPr>
        <p:spPr/>
        <p:txBody>
          <a:bodyPr/>
          <a:lstStyle/>
          <a:p>
            <a:r>
              <a:rPr lang="en-US"/>
              <a:t>Next steps</a:t>
            </a:r>
            <a:endParaRPr lang="en-BE"/>
          </a:p>
        </p:txBody>
      </p:sp>
      <p:sp>
        <p:nvSpPr>
          <p:cNvPr id="4" name="Slide Number Placeholder 3">
            <a:extLst>
              <a:ext uri="{FF2B5EF4-FFF2-40B4-BE49-F238E27FC236}">
                <a16:creationId xmlns:a16="http://schemas.microsoft.com/office/drawing/2014/main" id="{5861155B-FBD3-D95E-ABB2-8F7995B7A485}"/>
              </a:ext>
            </a:extLst>
          </p:cNvPr>
          <p:cNvSpPr>
            <a:spLocks noGrp="1"/>
          </p:cNvSpPr>
          <p:nvPr>
            <p:ph type="sldNum" sz="quarter" idx="27"/>
          </p:nvPr>
        </p:nvSpPr>
        <p:spPr/>
        <p:txBody>
          <a:bodyPr/>
          <a:lstStyle/>
          <a:p>
            <a:fld id="{AEF0F8F7-32FC-4374-ABF8-A7E9888C7A79}" type="slidenum">
              <a:rPr lang="nl-NL" smtClean="0"/>
              <a:pPr/>
              <a:t>15</a:t>
            </a:fld>
            <a:endParaRPr lang="nl-NL"/>
          </a:p>
        </p:txBody>
      </p:sp>
      <p:pic>
        <p:nvPicPr>
          <p:cNvPr id="6" name="Picture 5">
            <a:extLst>
              <a:ext uri="{FF2B5EF4-FFF2-40B4-BE49-F238E27FC236}">
                <a16:creationId xmlns:a16="http://schemas.microsoft.com/office/drawing/2014/main" id="{85F19BBC-CD95-490A-2D1B-F39B8D99E107}"/>
              </a:ext>
            </a:extLst>
          </p:cNvPr>
          <p:cNvPicPr>
            <a:picLocks noChangeAspect="1"/>
          </p:cNvPicPr>
          <p:nvPr/>
        </p:nvPicPr>
        <p:blipFill>
          <a:blip r:embed="rId2"/>
          <a:stretch>
            <a:fillRect/>
          </a:stretch>
        </p:blipFill>
        <p:spPr>
          <a:xfrm>
            <a:off x="3864429" y="0"/>
            <a:ext cx="8327571" cy="6858000"/>
          </a:xfrm>
          <a:prstGeom prst="rect">
            <a:avLst/>
          </a:prstGeom>
        </p:spPr>
      </p:pic>
      <p:sp>
        <p:nvSpPr>
          <p:cNvPr id="7" name="Rectangle 6">
            <a:extLst>
              <a:ext uri="{FF2B5EF4-FFF2-40B4-BE49-F238E27FC236}">
                <a16:creationId xmlns:a16="http://schemas.microsoft.com/office/drawing/2014/main" id="{15905FE8-3921-7522-EBA0-EB6B07AEE849}"/>
              </a:ext>
            </a:extLst>
          </p:cNvPr>
          <p:cNvSpPr/>
          <p:nvPr/>
        </p:nvSpPr>
        <p:spPr>
          <a:xfrm rot="20990074">
            <a:off x="6238391" y="2761889"/>
            <a:ext cx="4412258" cy="1077438"/>
          </a:xfrm>
          <a:prstGeom prst="rect">
            <a:avLst/>
          </a:prstGeom>
          <a:solidFill>
            <a:srgbClr val="FF0000">
              <a:alpha val="4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t>
            </a:r>
            <a:endParaRPr lang="en-BE"/>
          </a:p>
        </p:txBody>
      </p:sp>
      <p:sp>
        <p:nvSpPr>
          <p:cNvPr id="9" name="Rectangle 8">
            <a:extLst>
              <a:ext uri="{FF2B5EF4-FFF2-40B4-BE49-F238E27FC236}">
                <a16:creationId xmlns:a16="http://schemas.microsoft.com/office/drawing/2014/main" id="{38C8B40D-DF18-C30D-51E5-24EDF6BC677F}"/>
              </a:ext>
            </a:extLst>
          </p:cNvPr>
          <p:cNvSpPr/>
          <p:nvPr/>
        </p:nvSpPr>
        <p:spPr>
          <a:xfrm rot="4671514">
            <a:off x="2862498" y="2523383"/>
            <a:ext cx="4775200" cy="1933202"/>
          </a:xfrm>
          <a:prstGeom prst="rect">
            <a:avLst/>
          </a:prstGeom>
          <a:solidFill>
            <a:srgbClr val="FF0000">
              <a:alpha val="4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Rectangle 10">
            <a:extLst>
              <a:ext uri="{FF2B5EF4-FFF2-40B4-BE49-F238E27FC236}">
                <a16:creationId xmlns:a16="http://schemas.microsoft.com/office/drawing/2014/main" id="{BDEB1CE3-2BE9-C119-31A8-2676E249A4A0}"/>
              </a:ext>
            </a:extLst>
          </p:cNvPr>
          <p:cNvSpPr/>
          <p:nvPr/>
        </p:nvSpPr>
        <p:spPr>
          <a:xfrm rot="21042862">
            <a:off x="3927516" y="581633"/>
            <a:ext cx="4775200" cy="1169749"/>
          </a:xfrm>
          <a:prstGeom prst="rect">
            <a:avLst/>
          </a:prstGeom>
          <a:solidFill>
            <a:srgbClr val="FF0000">
              <a:alpha val="4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3" name="Rectangle 12">
            <a:extLst>
              <a:ext uri="{FF2B5EF4-FFF2-40B4-BE49-F238E27FC236}">
                <a16:creationId xmlns:a16="http://schemas.microsoft.com/office/drawing/2014/main" id="{47356641-CA73-818C-487B-1191AF1C398D}"/>
              </a:ext>
            </a:extLst>
          </p:cNvPr>
          <p:cNvSpPr/>
          <p:nvPr/>
        </p:nvSpPr>
        <p:spPr>
          <a:xfrm rot="3054062">
            <a:off x="7176063" y="1269290"/>
            <a:ext cx="4775200" cy="1169749"/>
          </a:xfrm>
          <a:prstGeom prst="rect">
            <a:avLst/>
          </a:prstGeom>
          <a:solidFill>
            <a:srgbClr val="FF0000">
              <a:alpha val="4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255773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DC58F7-0F4A-8FFC-A2DC-18FCA95A7266}"/>
              </a:ext>
            </a:extLst>
          </p:cNvPr>
          <p:cNvSpPr>
            <a:spLocks noGrp="1"/>
          </p:cNvSpPr>
          <p:nvPr>
            <p:ph type="body" sz="quarter" idx="10"/>
          </p:nvPr>
        </p:nvSpPr>
        <p:spPr>
          <a:xfrm>
            <a:off x="900000" y="1979720"/>
            <a:ext cx="3721161" cy="4209457"/>
          </a:xfrm>
        </p:spPr>
        <p:txBody>
          <a:bodyPr>
            <a:normAutofit fontScale="85000" lnSpcReduction="20000"/>
          </a:bodyPr>
          <a:lstStyle/>
          <a:p>
            <a:r>
              <a:rPr lang="en-US"/>
              <a:t>Reduce to 1s stitching window</a:t>
            </a:r>
          </a:p>
          <a:p>
            <a:r>
              <a:rPr lang="en-US" err="1"/>
              <a:t>Downsample</a:t>
            </a:r>
            <a:r>
              <a:rPr lang="en-US"/>
              <a:t> dense regions for RANSAC (common) heading, use full </a:t>
            </a:r>
            <a:r>
              <a:rPr lang="en-US" err="1"/>
              <a:t>pcl</a:t>
            </a:r>
            <a:r>
              <a:rPr lang="en-US"/>
              <a:t> for </a:t>
            </a:r>
            <a:r>
              <a:rPr lang="en-US" err="1"/>
              <a:t>SoVs</a:t>
            </a:r>
            <a:endParaRPr lang="en-US"/>
          </a:p>
          <a:p>
            <a:r>
              <a:rPr lang="en-US"/>
              <a:t>Remove segmented PCLs that cross the LIDAR </a:t>
            </a:r>
            <a:r>
              <a:rPr lang="en-US" err="1"/>
              <a:t>FoV</a:t>
            </a:r>
            <a:endParaRPr lang="en-US"/>
          </a:p>
          <a:p>
            <a:endParaRPr lang="en-US"/>
          </a:p>
          <a:p>
            <a:r>
              <a:rPr lang="en-US"/>
              <a:t>Result</a:t>
            </a:r>
          </a:p>
          <a:p>
            <a:pPr lvl="1"/>
            <a:r>
              <a:rPr lang="en-US"/>
              <a:t>Seems to be capped at &lt;0.5s</a:t>
            </a:r>
          </a:p>
          <a:p>
            <a:pPr lvl="1"/>
            <a:r>
              <a:rPr lang="en-US"/>
              <a:t>Good enough for now?</a:t>
            </a:r>
            <a:endParaRPr lang="en-BE"/>
          </a:p>
        </p:txBody>
      </p:sp>
      <p:sp>
        <p:nvSpPr>
          <p:cNvPr id="3" name="Title 2">
            <a:extLst>
              <a:ext uri="{FF2B5EF4-FFF2-40B4-BE49-F238E27FC236}">
                <a16:creationId xmlns:a16="http://schemas.microsoft.com/office/drawing/2014/main" id="{7D05102A-AFE4-3FB9-D49B-87F1BC677F1E}"/>
              </a:ext>
            </a:extLst>
          </p:cNvPr>
          <p:cNvSpPr>
            <a:spLocks noGrp="1"/>
          </p:cNvSpPr>
          <p:nvPr>
            <p:ph type="title"/>
          </p:nvPr>
        </p:nvSpPr>
        <p:spPr/>
        <p:txBody>
          <a:bodyPr/>
          <a:lstStyle/>
          <a:p>
            <a:r>
              <a:rPr lang="en-US"/>
              <a:t>Speed-up</a:t>
            </a:r>
            <a:endParaRPr lang="en-BE"/>
          </a:p>
        </p:txBody>
      </p:sp>
      <p:sp>
        <p:nvSpPr>
          <p:cNvPr id="4" name="Slide Number Placeholder 3">
            <a:extLst>
              <a:ext uri="{FF2B5EF4-FFF2-40B4-BE49-F238E27FC236}">
                <a16:creationId xmlns:a16="http://schemas.microsoft.com/office/drawing/2014/main" id="{F5F3A951-CB8D-3566-BCDC-B00A2F3D4F08}"/>
              </a:ext>
            </a:extLst>
          </p:cNvPr>
          <p:cNvSpPr>
            <a:spLocks noGrp="1"/>
          </p:cNvSpPr>
          <p:nvPr>
            <p:ph type="sldNum" sz="quarter" idx="27"/>
          </p:nvPr>
        </p:nvSpPr>
        <p:spPr/>
        <p:txBody>
          <a:bodyPr/>
          <a:lstStyle/>
          <a:p>
            <a:fld id="{AEF0F8F7-32FC-4374-ABF8-A7E9888C7A79}" type="slidenum">
              <a:rPr lang="nl-NL" smtClean="0"/>
              <a:pPr/>
              <a:t>16</a:t>
            </a:fld>
            <a:endParaRPr lang="nl-NL"/>
          </a:p>
        </p:txBody>
      </p:sp>
      <p:pic>
        <p:nvPicPr>
          <p:cNvPr id="6" name="Picture 5">
            <a:extLst>
              <a:ext uri="{FF2B5EF4-FFF2-40B4-BE49-F238E27FC236}">
                <a16:creationId xmlns:a16="http://schemas.microsoft.com/office/drawing/2014/main" id="{6D0571B6-F1D4-93D1-39DF-F8702A189316}"/>
              </a:ext>
            </a:extLst>
          </p:cNvPr>
          <p:cNvPicPr>
            <a:picLocks noChangeAspect="1"/>
          </p:cNvPicPr>
          <p:nvPr/>
        </p:nvPicPr>
        <p:blipFill>
          <a:blip r:embed="rId2"/>
          <a:stretch>
            <a:fillRect/>
          </a:stretch>
        </p:blipFill>
        <p:spPr>
          <a:xfrm>
            <a:off x="6771881" y="1205520"/>
            <a:ext cx="2461089" cy="1390601"/>
          </a:xfrm>
          <a:prstGeom prst="rect">
            <a:avLst/>
          </a:prstGeom>
        </p:spPr>
      </p:pic>
      <p:grpSp>
        <p:nvGrpSpPr>
          <p:cNvPr id="12" name="Group 11">
            <a:extLst>
              <a:ext uri="{FF2B5EF4-FFF2-40B4-BE49-F238E27FC236}">
                <a16:creationId xmlns:a16="http://schemas.microsoft.com/office/drawing/2014/main" id="{ECD77627-438F-FD67-84F5-D6E4997A3041}"/>
              </a:ext>
            </a:extLst>
          </p:cNvPr>
          <p:cNvGrpSpPr/>
          <p:nvPr/>
        </p:nvGrpSpPr>
        <p:grpSpPr>
          <a:xfrm>
            <a:off x="4424401" y="966619"/>
            <a:ext cx="2342316" cy="1173101"/>
            <a:chOff x="673594" y="4145780"/>
            <a:chExt cx="3945494" cy="1976020"/>
          </a:xfrm>
        </p:grpSpPr>
        <p:pic>
          <p:nvPicPr>
            <p:cNvPr id="7" name="Picture 6">
              <a:extLst>
                <a:ext uri="{FF2B5EF4-FFF2-40B4-BE49-F238E27FC236}">
                  <a16:creationId xmlns:a16="http://schemas.microsoft.com/office/drawing/2014/main" id="{5652131F-A2C1-3A90-6E40-E77C43ACBC53}"/>
                </a:ext>
              </a:extLst>
            </p:cNvPr>
            <p:cNvPicPr>
              <a:picLocks noChangeAspect="1"/>
            </p:cNvPicPr>
            <p:nvPr/>
          </p:nvPicPr>
          <p:blipFill>
            <a:blip r:embed="rId3"/>
            <a:stretch>
              <a:fillRect/>
            </a:stretch>
          </p:blipFill>
          <p:spPr>
            <a:xfrm>
              <a:off x="673594" y="4286865"/>
              <a:ext cx="3146238" cy="1770641"/>
            </a:xfrm>
            <a:prstGeom prst="rect">
              <a:avLst/>
            </a:prstGeom>
          </p:spPr>
        </p:pic>
        <p:pic>
          <p:nvPicPr>
            <p:cNvPr id="9" name="Picture 8">
              <a:extLst>
                <a:ext uri="{FF2B5EF4-FFF2-40B4-BE49-F238E27FC236}">
                  <a16:creationId xmlns:a16="http://schemas.microsoft.com/office/drawing/2014/main" id="{5130F2B4-37CF-A61B-718E-9A978B3C6F0B}"/>
                </a:ext>
              </a:extLst>
            </p:cNvPr>
            <p:cNvPicPr>
              <a:picLocks noChangeAspect="1"/>
            </p:cNvPicPr>
            <p:nvPr/>
          </p:nvPicPr>
          <p:blipFill>
            <a:blip r:embed="rId4"/>
            <a:srcRect l="37596" t="47720" r="31745"/>
            <a:stretch>
              <a:fillRect/>
            </a:stretch>
          </p:blipFill>
          <p:spPr>
            <a:xfrm>
              <a:off x="3778081" y="4834038"/>
              <a:ext cx="841007" cy="1287762"/>
            </a:xfrm>
            <a:prstGeom prst="rect">
              <a:avLst/>
            </a:prstGeom>
          </p:spPr>
        </p:pic>
        <p:pic>
          <p:nvPicPr>
            <p:cNvPr id="11" name="Picture 10">
              <a:extLst>
                <a:ext uri="{FF2B5EF4-FFF2-40B4-BE49-F238E27FC236}">
                  <a16:creationId xmlns:a16="http://schemas.microsoft.com/office/drawing/2014/main" id="{66BC185F-7505-7405-2796-685BF6212284}"/>
                </a:ext>
              </a:extLst>
            </p:cNvPr>
            <p:cNvPicPr>
              <a:picLocks noChangeAspect="1"/>
            </p:cNvPicPr>
            <p:nvPr/>
          </p:nvPicPr>
          <p:blipFill>
            <a:blip r:embed="rId4"/>
            <a:srcRect l="37596" t="774" r="31745" b="71284"/>
            <a:stretch>
              <a:fillRect/>
            </a:stretch>
          </p:blipFill>
          <p:spPr>
            <a:xfrm>
              <a:off x="3769383" y="4145780"/>
              <a:ext cx="841007" cy="688258"/>
            </a:xfrm>
            <a:prstGeom prst="rect">
              <a:avLst/>
            </a:prstGeom>
          </p:spPr>
        </p:pic>
      </p:grpSp>
      <p:pic>
        <p:nvPicPr>
          <p:cNvPr id="10" name="Picture 9">
            <a:extLst>
              <a:ext uri="{FF2B5EF4-FFF2-40B4-BE49-F238E27FC236}">
                <a16:creationId xmlns:a16="http://schemas.microsoft.com/office/drawing/2014/main" id="{D74CDFF1-A6A8-1450-F3D6-FA6C685B2671}"/>
              </a:ext>
            </a:extLst>
          </p:cNvPr>
          <p:cNvPicPr>
            <a:picLocks noChangeAspect="1"/>
          </p:cNvPicPr>
          <p:nvPr/>
        </p:nvPicPr>
        <p:blipFill>
          <a:blip r:embed="rId5"/>
          <a:stretch>
            <a:fillRect/>
          </a:stretch>
        </p:blipFill>
        <p:spPr>
          <a:xfrm>
            <a:off x="9271501" y="1983874"/>
            <a:ext cx="2730731" cy="1148186"/>
          </a:xfrm>
          <a:prstGeom prst="rect">
            <a:avLst/>
          </a:prstGeom>
        </p:spPr>
      </p:pic>
      <p:pic>
        <p:nvPicPr>
          <p:cNvPr id="14" name="Picture 13">
            <a:extLst>
              <a:ext uri="{FF2B5EF4-FFF2-40B4-BE49-F238E27FC236}">
                <a16:creationId xmlns:a16="http://schemas.microsoft.com/office/drawing/2014/main" id="{5ED7C83F-B869-11AF-A33A-C5CDAF198D7E}"/>
              </a:ext>
            </a:extLst>
          </p:cNvPr>
          <p:cNvPicPr>
            <a:picLocks noChangeAspect="1"/>
          </p:cNvPicPr>
          <p:nvPr/>
        </p:nvPicPr>
        <p:blipFill>
          <a:blip r:embed="rId6"/>
          <a:stretch>
            <a:fillRect/>
          </a:stretch>
        </p:blipFill>
        <p:spPr>
          <a:xfrm>
            <a:off x="4621161" y="3163768"/>
            <a:ext cx="6992247" cy="3496124"/>
          </a:xfrm>
          <a:prstGeom prst="rect">
            <a:avLst/>
          </a:prstGeom>
        </p:spPr>
      </p:pic>
    </p:spTree>
    <p:extLst>
      <p:ext uri="{BB962C8B-B14F-4D97-AF65-F5344CB8AC3E}">
        <p14:creationId xmlns:p14="http://schemas.microsoft.com/office/powerpoint/2010/main" val="3874745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749D2-7BEC-3E74-09AC-1415BB5A002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32A0E47-88F5-C764-78D4-0B5159C2D563}"/>
              </a:ext>
            </a:extLst>
          </p:cNvPr>
          <p:cNvSpPr>
            <a:spLocks noGrp="1"/>
          </p:cNvSpPr>
          <p:nvPr>
            <p:ph type="body" sz="quarter" idx="10"/>
          </p:nvPr>
        </p:nvSpPr>
        <p:spPr>
          <a:xfrm>
            <a:off x="900000" y="1979720"/>
            <a:ext cx="2836258" cy="4209457"/>
          </a:xfrm>
        </p:spPr>
        <p:txBody>
          <a:bodyPr>
            <a:normAutofit/>
          </a:bodyPr>
          <a:lstStyle/>
          <a:p>
            <a:r>
              <a:rPr lang="en-US" sz="1800"/>
              <a:t>Updated with speed-up improvements</a:t>
            </a:r>
            <a:endParaRPr lang="en-BE" sz="1600"/>
          </a:p>
        </p:txBody>
      </p:sp>
      <p:sp>
        <p:nvSpPr>
          <p:cNvPr id="3" name="Title 2">
            <a:extLst>
              <a:ext uri="{FF2B5EF4-FFF2-40B4-BE49-F238E27FC236}">
                <a16:creationId xmlns:a16="http://schemas.microsoft.com/office/drawing/2014/main" id="{63ADBE19-70A7-EE77-B44D-8CC91605724A}"/>
              </a:ext>
            </a:extLst>
          </p:cNvPr>
          <p:cNvSpPr>
            <a:spLocks noGrp="1"/>
          </p:cNvSpPr>
          <p:nvPr>
            <p:ph type="title"/>
          </p:nvPr>
        </p:nvSpPr>
        <p:spPr/>
        <p:txBody>
          <a:bodyPr/>
          <a:lstStyle/>
          <a:p>
            <a:r>
              <a:rPr lang="en-US"/>
              <a:t>validation</a:t>
            </a:r>
            <a:endParaRPr lang="en-BE"/>
          </a:p>
        </p:txBody>
      </p:sp>
      <p:sp>
        <p:nvSpPr>
          <p:cNvPr id="4" name="Slide Number Placeholder 3">
            <a:extLst>
              <a:ext uri="{FF2B5EF4-FFF2-40B4-BE49-F238E27FC236}">
                <a16:creationId xmlns:a16="http://schemas.microsoft.com/office/drawing/2014/main" id="{80EF496B-6BFE-F807-F025-D79013556582}"/>
              </a:ext>
            </a:extLst>
          </p:cNvPr>
          <p:cNvSpPr>
            <a:spLocks noGrp="1"/>
          </p:cNvSpPr>
          <p:nvPr>
            <p:ph type="sldNum" sz="quarter" idx="27"/>
          </p:nvPr>
        </p:nvSpPr>
        <p:spPr/>
        <p:txBody>
          <a:bodyPr/>
          <a:lstStyle/>
          <a:p>
            <a:fld id="{AEF0F8F7-32FC-4374-ABF8-A7E9888C7A79}" type="slidenum">
              <a:rPr lang="nl-NL" smtClean="0"/>
              <a:pPr/>
              <a:t>17</a:t>
            </a:fld>
            <a:endParaRPr lang="nl-NL"/>
          </a:p>
        </p:txBody>
      </p:sp>
      <p:pic>
        <p:nvPicPr>
          <p:cNvPr id="6" name="results_video">
            <a:hlinkClick r:id="" action="ppaction://media"/>
            <a:extLst>
              <a:ext uri="{FF2B5EF4-FFF2-40B4-BE49-F238E27FC236}">
                <a16:creationId xmlns:a16="http://schemas.microsoft.com/office/drawing/2014/main" id="{6350E236-4605-CE12-0058-5C145B2CAD8B}"/>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1216" t="3963" r="4484" b="4044"/>
          <a:stretch>
            <a:fillRect/>
          </a:stretch>
        </p:blipFill>
        <p:spPr>
          <a:xfrm>
            <a:off x="3812588" y="0"/>
            <a:ext cx="8379412" cy="6858000"/>
          </a:xfrm>
          <a:prstGeom prst="rect">
            <a:avLst/>
          </a:prstGeom>
        </p:spPr>
      </p:pic>
    </p:spTree>
    <p:extLst>
      <p:ext uri="{BB962C8B-B14F-4D97-AF65-F5344CB8AC3E}">
        <p14:creationId xmlns:p14="http://schemas.microsoft.com/office/powerpoint/2010/main" val="354500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0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BCC209-D3C9-1EFE-A6F0-D90413A9B577}"/>
              </a:ext>
            </a:extLst>
          </p:cNvPr>
          <p:cNvSpPr>
            <a:spLocks noGrp="1"/>
          </p:cNvSpPr>
          <p:nvPr>
            <p:ph type="body" sz="quarter" idx="10"/>
          </p:nvPr>
        </p:nvSpPr>
        <p:spPr/>
        <p:txBody>
          <a:bodyPr/>
          <a:lstStyle/>
          <a:p>
            <a:r>
              <a:rPr lang="en-US" dirty="0"/>
              <a:t>2-step RANSAC</a:t>
            </a:r>
          </a:p>
          <a:p>
            <a:r>
              <a:rPr lang="en-US" dirty="0"/>
              <a:t>Rear axle validation</a:t>
            </a:r>
            <a:endParaRPr lang="en-BE" dirty="0"/>
          </a:p>
        </p:txBody>
      </p:sp>
      <p:sp>
        <p:nvSpPr>
          <p:cNvPr id="3" name="Title 2">
            <a:extLst>
              <a:ext uri="{FF2B5EF4-FFF2-40B4-BE49-F238E27FC236}">
                <a16:creationId xmlns:a16="http://schemas.microsoft.com/office/drawing/2014/main" id="{777564AB-48AE-0A7C-295D-7EBD96F6296C}"/>
              </a:ext>
            </a:extLst>
          </p:cNvPr>
          <p:cNvSpPr>
            <a:spLocks noGrp="1"/>
          </p:cNvSpPr>
          <p:nvPr>
            <p:ph type="title"/>
          </p:nvPr>
        </p:nvSpPr>
        <p:spPr/>
        <p:txBody>
          <a:bodyPr/>
          <a:lstStyle/>
          <a:p>
            <a:r>
              <a:rPr lang="en-US" dirty="0"/>
              <a:t>Steps</a:t>
            </a:r>
            <a:endParaRPr lang="en-BE" dirty="0"/>
          </a:p>
        </p:txBody>
      </p:sp>
      <p:sp>
        <p:nvSpPr>
          <p:cNvPr id="4" name="Slide Number Placeholder 3">
            <a:extLst>
              <a:ext uri="{FF2B5EF4-FFF2-40B4-BE49-F238E27FC236}">
                <a16:creationId xmlns:a16="http://schemas.microsoft.com/office/drawing/2014/main" id="{A6996AAC-C8AE-F502-42A5-3DF4B70C624D}"/>
              </a:ext>
            </a:extLst>
          </p:cNvPr>
          <p:cNvSpPr>
            <a:spLocks noGrp="1"/>
          </p:cNvSpPr>
          <p:nvPr>
            <p:ph type="sldNum" sz="quarter" idx="27"/>
          </p:nvPr>
        </p:nvSpPr>
        <p:spPr/>
        <p:txBody>
          <a:bodyPr/>
          <a:lstStyle/>
          <a:p>
            <a:fld id="{AEF0F8F7-32FC-4374-ABF8-A7E9888C7A79}" type="slidenum">
              <a:rPr lang="nl-NL" smtClean="0"/>
              <a:pPr/>
              <a:t>18</a:t>
            </a:fld>
            <a:endParaRPr lang="nl-NL"/>
          </a:p>
        </p:txBody>
      </p:sp>
    </p:spTree>
    <p:extLst>
      <p:ext uri="{BB962C8B-B14F-4D97-AF65-F5344CB8AC3E}">
        <p14:creationId xmlns:p14="http://schemas.microsoft.com/office/powerpoint/2010/main" val="319302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ndertitel 10">
            <a:extLst>
              <a:ext uri="{FF2B5EF4-FFF2-40B4-BE49-F238E27FC236}">
                <a16:creationId xmlns:a16="http://schemas.microsoft.com/office/drawing/2014/main" id="{13B38489-B72B-705D-6AED-E33E83F0BFFD}"/>
              </a:ext>
            </a:extLst>
          </p:cNvPr>
          <p:cNvSpPr>
            <a:spLocks noGrp="1"/>
          </p:cNvSpPr>
          <p:nvPr>
            <p:ph type="subTitle" idx="1"/>
          </p:nvPr>
        </p:nvSpPr>
        <p:spPr/>
        <p:txBody>
          <a:bodyPr>
            <a:normAutofit fontScale="92500" lnSpcReduction="10000"/>
          </a:bodyPr>
          <a:lstStyle/>
          <a:p>
            <a:r>
              <a:rPr lang="en-US"/>
              <a:t> </a:t>
            </a:r>
            <a:endParaRPr lang="en-BE"/>
          </a:p>
        </p:txBody>
      </p:sp>
      <p:sp>
        <p:nvSpPr>
          <p:cNvPr id="13" name="Tijdelijke aanduiding voor tekst 12">
            <a:extLst>
              <a:ext uri="{FF2B5EF4-FFF2-40B4-BE49-F238E27FC236}">
                <a16:creationId xmlns:a16="http://schemas.microsoft.com/office/drawing/2014/main" id="{048EE267-26F0-5A0A-3E7F-9CDF739913EF}"/>
              </a:ext>
            </a:extLst>
          </p:cNvPr>
          <p:cNvSpPr>
            <a:spLocks noGrp="1"/>
          </p:cNvSpPr>
          <p:nvPr>
            <p:ph type="body" sz="quarter" idx="33"/>
          </p:nvPr>
        </p:nvSpPr>
        <p:spPr/>
        <p:txBody>
          <a:bodyPr/>
          <a:lstStyle/>
          <a:p>
            <a:endParaRPr lang="en-BE"/>
          </a:p>
        </p:txBody>
      </p:sp>
      <p:sp>
        <p:nvSpPr>
          <p:cNvPr id="12" name="Tijdelijke aanduiding voor afbeelding 11">
            <a:extLst>
              <a:ext uri="{FF2B5EF4-FFF2-40B4-BE49-F238E27FC236}">
                <a16:creationId xmlns:a16="http://schemas.microsoft.com/office/drawing/2014/main" id="{B8F32ED8-4C90-D0E4-02BA-99834AA96DCC}"/>
              </a:ext>
            </a:extLst>
          </p:cNvPr>
          <p:cNvSpPr>
            <a:spLocks noGrp="1"/>
          </p:cNvSpPr>
          <p:nvPr>
            <p:ph type="pic" sz="quarter" idx="16"/>
          </p:nvPr>
        </p:nvSpPr>
        <p:spPr/>
        <p:txBody>
          <a:bodyPr/>
          <a:lstStyle/>
          <a:p>
            <a:endParaRPr lang="en-BE"/>
          </a:p>
        </p:txBody>
      </p:sp>
    </p:spTree>
    <p:extLst>
      <p:ext uri="{BB962C8B-B14F-4D97-AF65-F5344CB8AC3E}">
        <p14:creationId xmlns:p14="http://schemas.microsoft.com/office/powerpoint/2010/main" val="626927537"/>
      </p:ext>
    </p:extLst>
  </p:cSld>
  <p:clrMapOvr>
    <a:masterClrMapping/>
  </p:clrMapOvr>
</p:sld>
</file>

<file path=ppt/theme/theme1.xml><?xml version="1.0" encoding="utf-8"?>
<a:theme xmlns:a="http://schemas.openxmlformats.org/drawingml/2006/main" name="Flanders Make 2026">
  <a:themeElements>
    <a:clrScheme name="Flanders Make colors">
      <a:dk1>
        <a:srgbClr val="000000"/>
      </a:dk1>
      <a:lt1>
        <a:srgbClr val="FFFFFF"/>
      </a:lt1>
      <a:dk2>
        <a:srgbClr val="3F3F3F"/>
      </a:dk2>
      <a:lt2>
        <a:srgbClr val="F7F7F7"/>
      </a:lt2>
      <a:accent1>
        <a:srgbClr val="00BDAF"/>
      </a:accent1>
      <a:accent2>
        <a:srgbClr val="BFBFBF"/>
      </a:accent2>
      <a:accent3>
        <a:srgbClr val="5F565E"/>
      </a:accent3>
      <a:accent4>
        <a:srgbClr val="008A80"/>
      </a:accent4>
      <a:accent5>
        <a:srgbClr val="005750"/>
      </a:accent5>
      <a:accent6>
        <a:srgbClr val="00F0DE"/>
      </a:accent6>
      <a:hlink>
        <a:srgbClr val="00BDAF"/>
      </a:hlink>
      <a:folHlink>
        <a:srgbClr val="008A80"/>
      </a:folHlink>
    </a:clrScheme>
    <a:fontScheme name="Aangepast 1">
      <a:majorFont>
        <a:latin typeface="Rubik"/>
        <a:ea typeface=""/>
        <a:cs typeface=""/>
      </a:majorFont>
      <a:minorFont>
        <a:latin typeface="Rub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andersMake_template.pptx" id="{90FF05A6-8E86-435C-BE36-886495DA7529}" vid="{535F6B3D-61B2-4865-A586-7B2514242893}"/>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FM-Template</Template>
  <TotalTime>0</TotalTime>
  <Words>311</Words>
  <Application>Microsoft Office PowerPoint</Application>
  <PresentationFormat>Widescreen</PresentationFormat>
  <Paragraphs>97</Paragraphs>
  <Slides>19</Slides>
  <Notes>0</Notes>
  <HiddenSlides>0</HiddenSlides>
  <MMClips>2</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8" baseType="lpstr">
      <vt:lpstr>Arial</vt:lpstr>
      <vt:lpstr>Calibri</vt:lpstr>
      <vt:lpstr>Rubik</vt:lpstr>
      <vt:lpstr>Rubik Light</vt:lpstr>
      <vt:lpstr>Rubik SemiBold</vt:lpstr>
      <vt:lpstr>SunAntwerpen Bold</vt:lpstr>
      <vt:lpstr>Wingdings</vt:lpstr>
      <vt:lpstr>Flanders Make 2026</vt:lpstr>
      <vt:lpstr>Acrobat Document</vt:lpstr>
      <vt:lpstr>Start of Row implementation</vt:lpstr>
      <vt:lpstr>intro</vt:lpstr>
      <vt:lpstr>Processing steps</vt:lpstr>
      <vt:lpstr>Stitch PCL’s</vt:lpstr>
      <vt:lpstr>Stitch PCL’s</vt:lpstr>
      <vt:lpstr>Add LIDAR FoV</vt:lpstr>
      <vt:lpstr>Segment pcl</vt:lpstr>
      <vt:lpstr>RANSAC</vt:lpstr>
      <vt:lpstr>RANSAC</vt:lpstr>
      <vt:lpstr>SoV</vt:lpstr>
      <vt:lpstr>SoV Line</vt:lpstr>
      <vt:lpstr>metrics</vt:lpstr>
      <vt:lpstr>parameters</vt:lpstr>
      <vt:lpstr>validation</vt:lpstr>
      <vt:lpstr>Next steps</vt:lpstr>
      <vt:lpstr>Speed-up</vt:lpstr>
      <vt:lpstr>validation</vt:lpstr>
      <vt:lpstr>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Edward Kikken</dc:creator>
  <cp:keywords>www.smartpresentations.be</cp:keywords>
  <cp:lastModifiedBy>Edward Kikken</cp:lastModifiedBy>
  <cp:revision>1</cp:revision>
  <cp:lastPrinted>2023-06-29T10:45:43Z</cp:lastPrinted>
  <dcterms:created xsi:type="dcterms:W3CDTF">2026-10-21T09:17:05Z</dcterms:created>
  <dcterms:modified xsi:type="dcterms:W3CDTF">2026-10-26T13:59:14Z</dcterms:modified>
  <cp:category>Made by Smartpresentations</cp:category>
</cp:coreProperties>
</file>